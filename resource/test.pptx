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3.xml.rels" ContentType="application/vnd.openxmlformats-package.relationships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3.xml" ContentType="application/vnd.openxmlformats-officedocument.presentationml.slideMaster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3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_rels/presentation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65.xml.rels" ContentType="application/vnd.openxmlformats-package.relationships+xml"/>
  <Override PartName="/ppt/slideLayouts/slideLayout124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media/image1.gif" ContentType="image/gif"/>
  <Override PartName="/ppt/media/image5.png" ContentType="image/png"/>
  <Override PartName="/ppt/media/image2.gif" ContentType="image/gif"/>
  <Override PartName="/ppt/media/image3.gif" ContentType="image/gif"/>
  <Override PartName="/ppt/media/image4.gif" ContentType="image/gif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</p:sldMasterIdLst>
  <p:sldIdLst>
    <p:sldId id="256" r:id="rId18"/>
    <p:sldId id="257" r:id="rId19"/>
    <p:sldId id="258" r:id="rId20"/>
    <p:sldId id="259" r:id="rId2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gif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gif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3.gif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4.gif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81.xml"/><Relationship Id="rId3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6.xml"/><Relationship Id="rId8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1.xml"/><Relationship Id="rId13" Type="http://schemas.openxmlformats.org/officeDocument/2006/relationships/slideLayout" Target="../slideLayouts/slideLayout19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5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5;p4"/>
          <p:cNvGrpSpPr/>
          <p:nvPr/>
        </p:nvGrpSpPr>
        <p:grpSpPr>
          <a:xfrm>
            <a:off x="457200" y="457200"/>
            <a:ext cx="965520" cy="310680"/>
            <a:chOff x="457200" y="457200"/>
            <a:chExt cx="965520" cy="310680"/>
          </a:xfrm>
        </p:grpSpPr>
        <p:sp>
          <p:nvSpPr>
            <p:cNvPr id="1" name="Google Shape;16;p4"/>
            <p:cNvSpPr/>
            <p:nvPr/>
          </p:nvSpPr>
          <p:spPr>
            <a:xfrm>
              <a:off x="457200" y="457920"/>
              <a:ext cx="317160" cy="30996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7;p4"/>
            <p:cNvSpPr/>
            <p:nvPr/>
          </p:nvSpPr>
          <p:spPr>
            <a:xfrm>
              <a:off x="790560" y="462960"/>
              <a:ext cx="109440" cy="29844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Google Shape;18;p4"/>
            <p:cNvSpPr/>
            <p:nvPr/>
          </p:nvSpPr>
          <p:spPr>
            <a:xfrm>
              <a:off x="1159560" y="462960"/>
              <a:ext cx="263160" cy="29844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19;p4"/>
            <p:cNvSpPr/>
            <p:nvPr/>
          </p:nvSpPr>
          <p:spPr>
            <a:xfrm>
              <a:off x="915840" y="457200"/>
              <a:ext cx="309240" cy="30996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111;p25"/>
          <p:cNvGrpSpPr/>
          <p:nvPr/>
        </p:nvGrpSpPr>
        <p:grpSpPr>
          <a:xfrm>
            <a:off x="8336520" y="4693320"/>
            <a:ext cx="350280" cy="112320"/>
            <a:chOff x="8336520" y="4693320"/>
            <a:chExt cx="350280" cy="112320"/>
          </a:xfrm>
        </p:grpSpPr>
        <p:sp>
          <p:nvSpPr>
            <p:cNvPr id="44" name="Google Shape;112;p25"/>
            <p:cNvSpPr/>
            <p:nvPr/>
          </p:nvSpPr>
          <p:spPr>
            <a:xfrm>
              <a:off x="8336520" y="4693320"/>
              <a:ext cx="114840" cy="11232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95e4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" name="Google Shape;113;p25"/>
            <p:cNvSpPr/>
            <p:nvPr/>
          </p:nvSpPr>
          <p:spPr>
            <a:xfrm>
              <a:off x="8457480" y="4695480"/>
              <a:ext cx="39600" cy="10836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95e4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" name="Google Shape;114;p25"/>
            <p:cNvSpPr/>
            <p:nvPr/>
          </p:nvSpPr>
          <p:spPr>
            <a:xfrm>
              <a:off x="8591400" y="4695480"/>
              <a:ext cx="95400" cy="10836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95e4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" name="Google Shape;115;p25"/>
            <p:cNvSpPr/>
            <p:nvPr/>
          </p:nvSpPr>
          <p:spPr>
            <a:xfrm>
              <a:off x="8502840" y="4693320"/>
              <a:ext cx="111960" cy="11232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95e4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5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21;p5" descr=""/>
          <p:cNvPicPr/>
          <p:nvPr/>
        </p:nvPicPr>
        <p:blipFill>
          <a:blip r:embed="rId2"/>
          <a:stretch/>
        </p:blipFill>
        <p:spPr>
          <a:xfrm>
            <a:off x="400320" y="363600"/>
            <a:ext cx="1080000" cy="495720"/>
          </a:xfrm>
          <a:prstGeom prst="rect">
            <a:avLst/>
          </a:prstGeom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9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23;p6"/>
          <p:cNvGrpSpPr/>
          <p:nvPr/>
        </p:nvGrpSpPr>
        <p:grpSpPr>
          <a:xfrm>
            <a:off x="457200" y="457200"/>
            <a:ext cx="965520" cy="310680"/>
            <a:chOff x="457200" y="457200"/>
            <a:chExt cx="965520" cy="310680"/>
          </a:xfrm>
        </p:grpSpPr>
        <p:sp>
          <p:nvSpPr>
            <p:cNvPr id="126" name="Google Shape;24;p6"/>
            <p:cNvSpPr/>
            <p:nvPr/>
          </p:nvSpPr>
          <p:spPr>
            <a:xfrm>
              <a:off x="457200" y="457920"/>
              <a:ext cx="317160" cy="30996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Google Shape;25;p6"/>
            <p:cNvSpPr/>
            <p:nvPr/>
          </p:nvSpPr>
          <p:spPr>
            <a:xfrm>
              <a:off x="790560" y="462960"/>
              <a:ext cx="109440" cy="29844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Google Shape;26;p6"/>
            <p:cNvSpPr/>
            <p:nvPr/>
          </p:nvSpPr>
          <p:spPr>
            <a:xfrm>
              <a:off x="1159560" y="462960"/>
              <a:ext cx="263160" cy="29844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Google Shape;27;p6"/>
            <p:cNvSpPr/>
            <p:nvPr/>
          </p:nvSpPr>
          <p:spPr>
            <a:xfrm>
              <a:off x="915840" y="457200"/>
              <a:ext cx="309240" cy="30996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9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29;p7" descr=""/>
          <p:cNvPicPr/>
          <p:nvPr/>
        </p:nvPicPr>
        <p:blipFill>
          <a:blip r:embed="rId2"/>
          <a:stretch/>
        </p:blipFill>
        <p:spPr>
          <a:xfrm>
            <a:off x="400320" y="363600"/>
            <a:ext cx="1080000" cy="49572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39;p10"/>
          <p:cNvGrpSpPr/>
          <p:nvPr/>
        </p:nvGrpSpPr>
        <p:grpSpPr>
          <a:xfrm>
            <a:off x="457200" y="457200"/>
            <a:ext cx="965520" cy="310680"/>
            <a:chOff x="457200" y="457200"/>
            <a:chExt cx="965520" cy="310680"/>
          </a:xfrm>
        </p:grpSpPr>
        <p:sp>
          <p:nvSpPr>
            <p:cNvPr id="208" name="Google Shape;40;p10"/>
            <p:cNvSpPr/>
            <p:nvPr/>
          </p:nvSpPr>
          <p:spPr>
            <a:xfrm>
              <a:off x="457200" y="457920"/>
              <a:ext cx="317160" cy="30996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Google Shape;41;p10"/>
            <p:cNvSpPr/>
            <p:nvPr/>
          </p:nvSpPr>
          <p:spPr>
            <a:xfrm>
              <a:off x="790560" y="462960"/>
              <a:ext cx="109440" cy="29844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Google Shape;42;p10"/>
            <p:cNvSpPr/>
            <p:nvPr/>
          </p:nvSpPr>
          <p:spPr>
            <a:xfrm>
              <a:off x="1159560" y="462960"/>
              <a:ext cx="263160" cy="29844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Google Shape;43;p10"/>
            <p:cNvSpPr/>
            <p:nvPr/>
          </p:nvSpPr>
          <p:spPr>
            <a:xfrm>
              <a:off x="915840" y="457200"/>
              <a:ext cx="309240" cy="30996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45;p11" descr=""/>
          <p:cNvPicPr/>
          <p:nvPr/>
        </p:nvPicPr>
        <p:blipFill>
          <a:blip r:embed="rId2"/>
          <a:stretch/>
        </p:blipFill>
        <p:spPr>
          <a:xfrm>
            <a:off x="400320" y="363600"/>
            <a:ext cx="1080000" cy="495720"/>
          </a:xfrm>
          <a:prstGeom prst="rect">
            <a:avLst/>
          </a:prstGeom>
          <a:ln w="0">
            <a:noFill/>
          </a:ln>
        </p:spPr>
      </p:pic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b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95;p22"/>
          <p:cNvGrpSpPr/>
          <p:nvPr/>
        </p:nvGrpSpPr>
        <p:grpSpPr>
          <a:xfrm>
            <a:off x="457200" y="2800440"/>
            <a:ext cx="965520" cy="310680"/>
            <a:chOff x="457200" y="2800440"/>
            <a:chExt cx="965520" cy="310680"/>
          </a:xfrm>
        </p:grpSpPr>
        <p:sp>
          <p:nvSpPr>
            <p:cNvPr id="290" name="Google Shape;96;p22"/>
            <p:cNvSpPr/>
            <p:nvPr/>
          </p:nvSpPr>
          <p:spPr>
            <a:xfrm>
              <a:off x="457200" y="2801160"/>
              <a:ext cx="317160" cy="30996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6900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Google Shape;97;p22"/>
            <p:cNvSpPr/>
            <p:nvPr/>
          </p:nvSpPr>
          <p:spPr>
            <a:xfrm>
              <a:off x="790560" y="2806200"/>
              <a:ext cx="109440" cy="29844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6900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Google Shape;98;p22"/>
            <p:cNvSpPr/>
            <p:nvPr/>
          </p:nvSpPr>
          <p:spPr>
            <a:xfrm>
              <a:off x="1159560" y="2806200"/>
              <a:ext cx="263160" cy="29844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6900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" name="Google Shape;99;p22"/>
            <p:cNvSpPr/>
            <p:nvPr/>
          </p:nvSpPr>
          <p:spPr>
            <a:xfrm>
              <a:off x="915840" y="2800440"/>
              <a:ext cx="309240" cy="30996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6900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4" name="Google Shape;100;p22"/>
          <p:cNvSpPr/>
          <p:nvPr/>
        </p:nvSpPr>
        <p:spPr>
          <a:xfrm>
            <a:off x="-8280" y="0"/>
            <a:ext cx="9151920" cy="2457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b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102;p23"/>
          <p:cNvSpPr/>
          <p:nvPr/>
        </p:nvSpPr>
        <p:spPr>
          <a:xfrm>
            <a:off x="-8280" y="0"/>
            <a:ext cx="9151920" cy="2457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4" name="Google Shape;103;p23" descr=""/>
          <p:cNvPicPr/>
          <p:nvPr/>
        </p:nvPicPr>
        <p:blipFill>
          <a:blip r:embed="rId2"/>
          <a:stretch/>
        </p:blipFill>
        <p:spPr>
          <a:xfrm>
            <a:off x="400320" y="2707920"/>
            <a:ext cx="1080000" cy="495720"/>
          </a:xfrm>
          <a:prstGeom prst="rect">
            <a:avLst/>
          </a:prstGeom>
          <a:ln w="0">
            <a:noFill/>
          </a:ln>
        </p:spPr>
      </p:pic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5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105;p24"/>
          <p:cNvGrpSpPr/>
          <p:nvPr/>
        </p:nvGrpSpPr>
        <p:grpSpPr>
          <a:xfrm>
            <a:off x="8336520" y="4693320"/>
            <a:ext cx="350280" cy="112320"/>
            <a:chOff x="8336520" y="4693320"/>
            <a:chExt cx="350280" cy="112320"/>
          </a:xfrm>
        </p:grpSpPr>
        <p:sp>
          <p:nvSpPr>
            <p:cNvPr id="374" name="Google Shape;106;p24"/>
            <p:cNvSpPr/>
            <p:nvPr/>
          </p:nvSpPr>
          <p:spPr>
            <a:xfrm>
              <a:off x="8336520" y="4693320"/>
              <a:ext cx="114840" cy="11232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5" name="Google Shape;107;p24"/>
            <p:cNvSpPr/>
            <p:nvPr/>
          </p:nvSpPr>
          <p:spPr>
            <a:xfrm>
              <a:off x="8457480" y="4695480"/>
              <a:ext cx="39600" cy="10836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6" name="Google Shape;108;p24"/>
            <p:cNvSpPr/>
            <p:nvPr/>
          </p:nvSpPr>
          <p:spPr>
            <a:xfrm>
              <a:off x="8591400" y="4695480"/>
              <a:ext cx="95400" cy="10836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7" name="Google Shape;109;p24"/>
            <p:cNvSpPr/>
            <p:nvPr/>
          </p:nvSpPr>
          <p:spPr>
            <a:xfrm>
              <a:off x="8502840" y="4693320"/>
              <a:ext cx="111960" cy="11232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9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117;p26"/>
          <p:cNvGrpSpPr/>
          <p:nvPr/>
        </p:nvGrpSpPr>
        <p:grpSpPr>
          <a:xfrm>
            <a:off x="8336520" y="4693320"/>
            <a:ext cx="350280" cy="112320"/>
            <a:chOff x="8336520" y="4693320"/>
            <a:chExt cx="350280" cy="112320"/>
          </a:xfrm>
        </p:grpSpPr>
        <p:sp>
          <p:nvSpPr>
            <p:cNvPr id="417" name="Google Shape;118;p26"/>
            <p:cNvSpPr/>
            <p:nvPr/>
          </p:nvSpPr>
          <p:spPr>
            <a:xfrm>
              <a:off x="8336520" y="4693320"/>
              <a:ext cx="114840" cy="11232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8" name="Google Shape;119;p26"/>
            <p:cNvSpPr/>
            <p:nvPr/>
          </p:nvSpPr>
          <p:spPr>
            <a:xfrm>
              <a:off x="8457480" y="4695480"/>
              <a:ext cx="39600" cy="10836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9" name="Google Shape;120;p26"/>
            <p:cNvSpPr/>
            <p:nvPr/>
          </p:nvSpPr>
          <p:spPr>
            <a:xfrm>
              <a:off x="8591400" y="4695480"/>
              <a:ext cx="95400" cy="10836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0" name="Google Shape;121;p26"/>
            <p:cNvSpPr/>
            <p:nvPr/>
          </p:nvSpPr>
          <p:spPr>
            <a:xfrm>
              <a:off x="8502840" y="4693320"/>
              <a:ext cx="111960" cy="11232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d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123;p27"/>
          <p:cNvGrpSpPr/>
          <p:nvPr/>
        </p:nvGrpSpPr>
        <p:grpSpPr>
          <a:xfrm>
            <a:off x="8336520" y="4693320"/>
            <a:ext cx="350280" cy="112320"/>
            <a:chOff x="8336520" y="4693320"/>
            <a:chExt cx="350280" cy="112320"/>
          </a:xfrm>
        </p:grpSpPr>
        <p:sp>
          <p:nvSpPr>
            <p:cNvPr id="460" name="Google Shape;124;p27"/>
            <p:cNvSpPr/>
            <p:nvPr/>
          </p:nvSpPr>
          <p:spPr>
            <a:xfrm>
              <a:off x="8336520" y="4693320"/>
              <a:ext cx="114840" cy="11232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0000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1" name="Google Shape;125;p27"/>
            <p:cNvSpPr/>
            <p:nvPr/>
          </p:nvSpPr>
          <p:spPr>
            <a:xfrm>
              <a:off x="8457480" y="4695480"/>
              <a:ext cx="39600" cy="10836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0000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2" name="Google Shape;126;p27"/>
            <p:cNvSpPr/>
            <p:nvPr/>
          </p:nvSpPr>
          <p:spPr>
            <a:xfrm>
              <a:off x="8591400" y="4695480"/>
              <a:ext cx="95400" cy="10836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0000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3" name="Google Shape;127;p27"/>
            <p:cNvSpPr/>
            <p:nvPr/>
          </p:nvSpPr>
          <p:spPr>
            <a:xfrm>
              <a:off x="8502840" y="4693320"/>
              <a:ext cx="111960" cy="11232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0000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129;p28"/>
          <p:cNvGrpSpPr/>
          <p:nvPr/>
        </p:nvGrpSpPr>
        <p:grpSpPr>
          <a:xfrm>
            <a:off x="8336520" y="4693320"/>
            <a:ext cx="350280" cy="112320"/>
            <a:chOff x="8336520" y="4693320"/>
            <a:chExt cx="350280" cy="112320"/>
          </a:xfrm>
        </p:grpSpPr>
        <p:sp>
          <p:nvSpPr>
            <p:cNvPr id="503" name="Google Shape;130;p28"/>
            <p:cNvSpPr/>
            <p:nvPr/>
          </p:nvSpPr>
          <p:spPr>
            <a:xfrm>
              <a:off x="8336520" y="4693320"/>
              <a:ext cx="114840" cy="11232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4" name="Google Shape;131;p28"/>
            <p:cNvSpPr/>
            <p:nvPr/>
          </p:nvSpPr>
          <p:spPr>
            <a:xfrm>
              <a:off x="8457480" y="4695480"/>
              <a:ext cx="39600" cy="10836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5" name="Google Shape;132;p28"/>
            <p:cNvSpPr/>
            <p:nvPr/>
          </p:nvSpPr>
          <p:spPr>
            <a:xfrm>
              <a:off x="8591400" y="4695480"/>
              <a:ext cx="95400" cy="10836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6" name="Google Shape;133;p28"/>
            <p:cNvSpPr/>
            <p:nvPr/>
          </p:nvSpPr>
          <p:spPr>
            <a:xfrm>
              <a:off x="8502840" y="4693320"/>
              <a:ext cx="111960" cy="11232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b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oogle Shape;135;p29"/>
          <p:cNvGrpSpPr/>
          <p:nvPr/>
        </p:nvGrpSpPr>
        <p:grpSpPr>
          <a:xfrm>
            <a:off x="8336520" y="4693320"/>
            <a:ext cx="350280" cy="112320"/>
            <a:chOff x="8336520" y="4693320"/>
            <a:chExt cx="350280" cy="112320"/>
          </a:xfrm>
        </p:grpSpPr>
        <p:sp>
          <p:nvSpPr>
            <p:cNvPr id="546" name="Google Shape;136;p29"/>
            <p:cNvSpPr/>
            <p:nvPr/>
          </p:nvSpPr>
          <p:spPr>
            <a:xfrm>
              <a:off x="8336520" y="4693320"/>
              <a:ext cx="114840" cy="11232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6900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7" name="Google Shape;137;p29"/>
            <p:cNvSpPr/>
            <p:nvPr/>
          </p:nvSpPr>
          <p:spPr>
            <a:xfrm>
              <a:off x="8457480" y="4695480"/>
              <a:ext cx="39600" cy="10836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6900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8" name="Google Shape;138;p29"/>
            <p:cNvSpPr/>
            <p:nvPr/>
          </p:nvSpPr>
          <p:spPr>
            <a:xfrm>
              <a:off x="8591400" y="4695480"/>
              <a:ext cx="95400" cy="10836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6900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9" name="Google Shape;139;p29"/>
            <p:cNvSpPr/>
            <p:nvPr/>
          </p:nvSpPr>
          <p:spPr>
            <a:xfrm>
              <a:off x="8502840" y="4693320"/>
              <a:ext cx="111960" cy="11232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6900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b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6" name="Google Shape;47;p12"/>
          <p:cNvGrpSpPr/>
          <p:nvPr/>
        </p:nvGrpSpPr>
        <p:grpSpPr>
          <a:xfrm>
            <a:off x="457200" y="457200"/>
            <a:ext cx="965520" cy="310680"/>
            <a:chOff x="457200" y="457200"/>
            <a:chExt cx="965520" cy="310680"/>
          </a:xfrm>
        </p:grpSpPr>
        <p:sp>
          <p:nvSpPr>
            <p:cNvPr id="627" name="Google Shape;48;p12"/>
            <p:cNvSpPr/>
            <p:nvPr/>
          </p:nvSpPr>
          <p:spPr>
            <a:xfrm>
              <a:off x="457200" y="457920"/>
              <a:ext cx="317160" cy="309960"/>
            </a:xfrm>
            <a:custGeom>
              <a:avLst/>
              <a:gdLst/>
              <a:ahLst/>
              <a:rect l="l" t="t" r="r" b="b"/>
              <a:pathLst>
                <a:path w="93936" h="91890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6900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8" name="Google Shape;49;p12"/>
            <p:cNvSpPr/>
            <p:nvPr/>
          </p:nvSpPr>
          <p:spPr>
            <a:xfrm>
              <a:off x="790560" y="462960"/>
              <a:ext cx="109440" cy="298440"/>
            </a:xfrm>
            <a:custGeom>
              <a:avLst/>
              <a:gdLst/>
              <a:ahLst/>
              <a:rect l="l" t="t" r="r" b="b"/>
              <a:pathLst>
                <a:path w="32432" h="88457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6900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9" name="Google Shape;50;p12"/>
            <p:cNvSpPr/>
            <p:nvPr/>
          </p:nvSpPr>
          <p:spPr>
            <a:xfrm>
              <a:off x="1159560" y="462960"/>
              <a:ext cx="263160" cy="298440"/>
            </a:xfrm>
            <a:custGeom>
              <a:avLst/>
              <a:gdLst/>
              <a:ahLst/>
              <a:rect l="l" t="t" r="r" b="b"/>
              <a:pathLst>
                <a:path w="77939" h="88457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6900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0" name="Google Shape;51;p12"/>
            <p:cNvSpPr/>
            <p:nvPr/>
          </p:nvSpPr>
          <p:spPr>
            <a:xfrm>
              <a:off x="915840" y="457200"/>
              <a:ext cx="309240" cy="309960"/>
            </a:xfrm>
            <a:custGeom>
              <a:avLst/>
              <a:gdLst/>
              <a:ahLst/>
              <a:rect l="l" t="t" r="r" b="b"/>
              <a:pathLst>
                <a:path w="91599" h="91890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6900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docs.google.com/presentation/d/1SZu30VFB3RIt6urDywT9JWlVYjFLh4kNFdJU7YMrnT8/edit?usp=sharing" TargetMode="External"/><Relationship Id="rId2" Type="http://schemas.openxmlformats.org/officeDocument/2006/relationships/hyperlink" Target="https://docs.google.com/presentation/d/1SZu30VFB3RIt6urDywT9JWlVYjFLh4kNFdJU7YMrnT8/edit?usp=sharing" TargetMode="External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6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5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144;p30"/>
          <p:cNvSpPr/>
          <p:nvPr/>
        </p:nvSpPr>
        <p:spPr>
          <a:xfrm>
            <a:off x="389880" y="1753200"/>
            <a:ext cx="4000320" cy="18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4800" spc="-1" strike="noStrike">
                <a:solidFill>
                  <a:srgbClr val="690039"/>
                </a:solidFill>
                <a:latin typeface="DM Sans ExtraBold"/>
                <a:ea typeface="DM Sans ExtraBold"/>
              </a:rPr>
              <a:t>Slide Presentation Template</a:t>
            </a:r>
            <a:endParaRPr b="0" lang="en-US" sz="4800" spc="-1" strike="noStrike">
              <a:latin typeface="Arial"/>
            </a:endParaRPr>
          </a:p>
        </p:txBody>
      </p:sp>
      <p:grpSp>
        <p:nvGrpSpPr>
          <p:cNvPr id="670" name="Google Shape;145;p30"/>
          <p:cNvGrpSpPr/>
          <p:nvPr/>
        </p:nvGrpSpPr>
        <p:grpSpPr>
          <a:xfrm>
            <a:off x="4917240" y="-1025280"/>
            <a:ext cx="5457600" cy="7627320"/>
            <a:chOff x="4917240" y="-1025280"/>
            <a:chExt cx="5457600" cy="7627320"/>
          </a:xfrm>
        </p:grpSpPr>
        <p:sp>
          <p:nvSpPr>
            <p:cNvPr id="671" name="Google Shape;146;p30"/>
            <p:cNvSpPr/>
            <p:nvPr/>
          </p:nvSpPr>
          <p:spPr>
            <a:xfrm rot="5400000">
              <a:off x="5792400" y="2577240"/>
              <a:ext cx="3707280" cy="4341600"/>
            </a:xfrm>
            <a:custGeom>
              <a:avLst/>
              <a:gdLst/>
              <a:ahLst/>
              <a:rect l="l" t="t" r="r" b="b"/>
              <a:pathLst>
                <a:path w="138893" h="162664">
                  <a:moveTo>
                    <a:pt x="57499" y="0"/>
                  </a:moveTo>
                  <a:lnTo>
                    <a:pt x="53392" y="125"/>
                  </a:lnTo>
                  <a:lnTo>
                    <a:pt x="49285" y="374"/>
                  </a:lnTo>
                  <a:lnTo>
                    <a:pt x="45178" y="872"/>
                  </a:lnTo>
                  <a:lnTo>
                    <a:pt x="41195" y="1618"/>
                  </a:lnTo>
                  <a:lnTo>
                    <a:pt x="37213" y="2490"/>
                  </a:lnTo>
                  <a:lnTo>
                    <a:pt x="33355" y="3610"/>
                  </a:lnTo>
                  <a:lnTo>
                    <a:pt x="29621" y="4854"/>
                  </a:lnTo>
                  <a:lnTo>
                    <a:pt x="25887" y="6348"/>
                  </a:lnTo>
                  <a:lnTo>
                    <a:pt x="22278" y="7966"/>
                  </a:lnTo>
                  <a:lnTo>
                    <a:pt x="18793" y="9832"/>
                  </a:lnTo>
                  <a:lnTo>
                    <a:pt x="15433" y="11699"/>
                  </a:lnTo>
                  <a:lnTo>
                    <a:pt x="12073" y="13815"/>
                  </a:lnTo>
                  <a:lnTo>
                    <a:pt x="8837" y="16180"/>
                  </a:lnTo>
                  <a:lnTo>
                    <a:pt x="5850" y="18544"/>
                  </a:lnTo>
                  <a:lnTo>
                    <a:pt x="2863" y="21158"/>
                  </a:lnTo>
                  <a:lnTo>
                    <a:pt x="1" y="23771"/>
                  </a:lnTo>
                  <a:lnTo>
                    <a:pt x="57499" y="81270"/>
                  </a:lnTo>
                  <a:lnTo>
                    <a:pt x="1" y="138768"/>
                  </a:lnTo>
                  <a:lnTo>
                    <a:pt x="2863" y="141506"/>
                  </a:lnTo>
                  <a:lnTo>
                    <a:pt x="5850" y="144120"/>
                  </a:lnTo>
                  <a:lnTo>
                    <a:pt x="8837" y="146484"/>
                  </a:lnTo>
                  <a:lnTo>
                    <a:pt x="12073" y="148725"/>
                  </a:lnTo>
                  <a:lnTo>
                    <a:pt x="15433" y="150840"/>
                  </a:lnTo>
                  <a:lnTo>
                    <a:pt x="18793" y="152832"/>
                  </a:lnTo>
                  <a:lnTo>
                    <a:pt x="22278" y="154574"/>
                  </a:lnTo>
                  <a:lnTo>
                    <a:pt x="25887" y="156316"/>
                  </a:lnTo>
                  <a:lnTo>
                    <a:pt x="29621" y="157685"/>
                  </a:lnTo>
                  <a:lnTo>
                    <a:pt x="33355" y="159054"/>
                  </a:lnTo>
                  <a:lnTo>
                    <a:pt x="37213" y="160050"/>
                  </a:lnTo>
                  <a:lnTo>
                    <a:pt x="41195" y="161046"/>
                  </a:lnTo>
                  <a:lnTo>
                    <a:pt x="45178" y="161668"/>
                  </a:lnTo>
                  <a:lnTo>
                    <a:pt x="49285" y="162290"/>
                  </a:lnTo>
                  <a:lnTo>
                    <a:pt x="53392" y="162539"/>
                  </a:lnTo>
                  <a:lnTo>
                    <a:pt x="57499" y="162664"/>
                  </a:lnTo>
                  <a:lnTo>
                    <a:pt x="61731" y="162539"/>
                  </a:lnTo>
                  <a:lnTo>
                    <a:pt x="65838" y="162290"/>
                  </a:lnTo>
                  <a:lnTo>
                    <a:pt x="69945" y="161668"/>
                  </a:lnTo>
                  <a:lnTo>
                    <a:pt x="73927" y="161046"/>
                  </a:lnTo>
                  <a:lnTo>
                    <a:pt x="77910" y="160050"/>
                  </a:lnTo>
                  <a:lnTo>
                    <a:pt x="81768" y="159054"/>
                  </a:lnTo>
                  <a:lnTo>
                    <a:pt x="85502" y="157685"/>
                  </a:lnTo>
                  <a:lnTo>
                    <a:pt x="89235" y="156316"/>
                  </a:lnTo>
                  <a:lnTo>
                    <a:pt x="92844" y="154574"/>
                  </a:lnTo>
                  <a:lnTo>
                    <a:pt x="96329" y="152832"/>
                  </a:lnTo>
                  <a:lnTo>
                    <a:pt x="99690" y="150840"/>
                  </a:lnTo>
                  <a:lnTo>
                    <a:pt x="103050" y="148725"/>
                  </a:lnTo>
                  <a:lnTo>
                    <a:pt x="106161" y="146484"/>
                  </a:lnTo>
                  <a:lnTo>
                    <a:pt x="109273" y="144120"/>
                  </a:lnTo>
                  <a:lnTo>
                    <a:pt x="112260" y="141506"/>
                  </a:lnTo>
                  <a:lnTo>
                    <a:pt x="115122" y="138768"/>
                  </a:lnTo>
                  <a:lnTo>
                    <a:pt x="117736" y="136030"/>
                  </a:lnTo>
                  <a:lnTo>
                    <a:pt x="120349" y="133043"/>
                  </a:lnTo>
                  <a:lnTo>
                    <a:pt x="122714" y="129932"/>
                  </a:lnTo>
                  <a:lnTo>
                    <a:pt x="124954" y="126820"/>
                  </a:lnTo>
                  <a:lnTo>
                    <a:pt x="127070" y="123460"/>
                  </a:lnTo>
                  <a:lnTo>
                    <a:pt x="129061" y="120100"/>
                  </a:lnTo>
                  <a:lnTo>
                    <a:pt x="130928" y="116615"/>
                  </a:lnTo>
                  <a:lnTo>
                    <a:pt x="132546" y="113006"/>
                  </a:lnTo>
                  <a:lnTo>
                    <a:pt x="133915" y="109272"/>
                  </a:lnTo>
                  <a:lnTo>
                    <a:pt x="135284" y="105539"/>
                  </a:lnTo>
                  <a:lnTo>
                    <a:pt x="136279" y="101680"/>
                  </a:lnTo>
                  <a:lnTo>
                    <a:pt x="137275" y="97698"/>
                  </a:lnTo>
                  <a:lnTo>
                    <a:pt x="137897" y="93715"/>
                  </a:lnTo>
                  <a:lnTo>
                    <a:pt x="138520" y="89608"/>
                  </a:lnTo>
                  <a:lnTo>
                    <a:pt x="138769" y="85501"/>
                  </a:lnTo>
                  <a:lnTo>
                    <a:pt x="138893" y="81270"/>
                  </a:lnTo>
                  <a:lnTo>
                    <a:pt x="138769" y="77163"/>
                  </a:lnTo>
                  <a:lnTo>
                    <a:pt x="138520" y="73056"/>
                  </a:lnTo>
                  <a:lnTo>
                    <a:pt x="137897" y="68949"/>
                  </a:lnTo>
                  <a:lnTo>
                    <a:pt x="137275" y="64966"/>
                  </a:lnTo>
                  <a:lnTo>
                    <a:pt x="136279" y="60984"/>
                  </a:lnTo>
                  <a:lnTo>
                    <a:pt x="135284" y="57125"/>
                  </a:lnTo>
                  <a:lnTo>
                    <a:pt x="133915" y="53392"/>
                  </a:lnTo>
                  <a:lnTo>
                    <a:pt x="132546" y="49658"/>
                  </a:lnTo>
                  <a:lnTo>
                    <a:pt x="130928" y="46049"/>
                  </a:lnTo>
                  <a:lnTo>
                    <a:pt x="129061" y="42564"/>
                  </a:lnTo>
                  <a:lnTo>
                    <a:pt x="127070" y="39079"/>
                  </a:lnTo>
                  <a:lnTo>
                    <a:pt x="124954" y="35844"/>
                  </a:lnTo>
                  <a:lnTo>
                    <a:pt x="122714" y="32608"/>
                  </a:lnTo>
                  <a:lnTo>
                    <a:pt x="120349" y="29621"/>
                  </a:lnTo>
                  <a:lnTo>
                    <a:pt x="117736" y="26634"/>
                  </a:lnTo>
                  <a:lnTo>
                    <a:pt x="115122" y="23771"/>
                  </a:lnTo>
                  <a:lnTo>
                    <a:pt x="112260" y="21158"/>
                  </a:lnTo>
                  <a:lnTo>
                    <a:pt x="109273" y="18544"/>
                  </a:lnTo>
                  <a:lnTo>
                    <a:pt x="106161" y="16180"/>
                  </a:lnTo>
                  <a:lnTo>
                    <a:pt x="103050" y="13815"/>
                  </a:lnTo>
                  <a:lnTo>
                    <a:pt x="99690" y="11699"/>
                  </a:lnTo>
                  <a:lnTo>
                    <a:pt x="96329" y="9832"/>
                  </a:lnTo>
                  <a:lnTo>
                    <a:pt x="92844" y="7966"/>
                  </a:lnTo>
                  <a:lnTo>
                    <a:pt x="89235" y="6348"/>
                  </a:lnTo>
                  <a:lnTo>
                    <a:pt x="85502" y="4854"/>
                  </a:lnTo>
                  <a:lnTo>
                    <a:pt x="81768" y="3610"/>
                  </a:lnTo>
                  <a:lnTo>
                    <a:pt x="77910" y="2490"/>
                  </a:lnTo>
                  <a:lnTo>
                    <a:pt x="73927" y="1618"/>
                  </a:lnTo>
                  <a:lnTo>
                    <a:pt x="69945" y="872"/>
                  </a:lnTo>
                  <a:lnTo>
                    <a:pt x="65838" y="374"/>
                  </a:lnTo>
                  <a:lnTo>
                    <a:pt x="61731" y="125"/>
                  </a:lnTo>
                  <a:lnTo>
                    <a:pt x="57499" y="0"/>
                  </a:lnTo>
                  <a:close/>
                </a:path>
              </a:pathLst>
            </a:custGeom>
            <a:solidFill>
              <a:srgbClr val="0000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2" name="Google Shape;147;p30"/>
            <p:cNvSpPr/>
            <p:nvPr/>
          </p:nvSpPr>
          <p:spPr>
            <a:xfrm rot="5400000">
              <a:off x="5792400" y="2577240"/>
              <a:ext cx="3707280" cy="4341600"/>
            </a:xfrm>
            <a:custGeom>
              <a:avLst/>
              <a:gdLst/>
              <a:ahLst/>
              <a:rect l="l" t="t" r="r" b="b"/>
              <a:pathLst>
                <a:path fill="none" w="138893" h="162664">
                  <a:moveTo>
                    <a:pt x="1" y="23771"/>
                  </a:moveTo>
                  <a:lnTo>
                    <a:pt x="57499" y="81270"/>
                  </a:lnTo>
                  <a:lnTo>
                    <a:pt x="1" y="138768"/>
                  </a:lnTo>
                  <a:lnTo>
                    <a:pt x="1" y="138768"/>
                  </a:lnTo>
                  <a:lnTo>
                    <a:pt x="2863" y="141506"/>
                  </a:lnTo>
                  <a:lnTo>
                    <a:pt x="5850" y="144120"/>
                  </a:lnTo>
                  <a:lnTo>
                    <a:pt x="8837" y="146484"/>
                  </a:lnTo>
                  <a:lnTo>
                    <a:pt x="12073" y="148725"/>
                  </a:lnTo>
                  <a:lnTo>
                    <a:pt x="15433" y="150840"/>
                  </a:lnTo>
                  <a:lnTo>
                    <a:pt x="18793" y="152832"/>
                  </a:lnTo>
                  <a:lnTo>
                    <a:pt x="22278" y="154574"/>
                  </a:lnTo>
                  <a:lnTo>
                    <a:pt x="25887" y="156316"/>
                  </a:lnTo>
                  <a:lnTo>
                    <a:pt x="29621" y="157685"/>
                  </a:lnTo>
                  <a:lnTo>
                    <a:pt x="33355" y="159054"/>
                  </a:lnTo>
                  <a:lnTo>
                    <a:pt x="37213" y="160050"/>
                  </a:lnTo>
                  <a:lnTo>
                    <a:pt x="41195" y="161046"/>
                  </a:lnTo>
                  <a:lnTo>
                    <a:pt x="45178" y="161668"/>
                  </a:lnTo>
                  <a:lnTo>
                    <a:pt x="49285" y="162290"/>
                  </a:lnTo>
                  <a:lnTo>
                    <a:pt x="53392" y="162539"/>
                  </a:lnTo>
                  <a:lnTo>
                    <a:pt x="57499" y="162664"/>
                  </a:lnTo>
                  <a:lnTo>
                    <a:pt x="57499" y="162664"/>
                  </a:lnTo>
                  <a:lnTo>
                    <a:pt x="61731" y="162539"/>
                  </a:lnTo>
                  <a:lnTo>
                    <a:pt x="65838" y="162290"/>
                  </a:lnTo>
                  <a:lnTo>
                    <a:pt x="69945" y="161668"/>
                  </a:lnTo>
                  <a:lnTo>
                    <a:pt x="73927" y="161046"/>
                  </a:lnTo>
                  <a:lnTo>
                    <a:pt x="77910" y="160050"/>
                  </a:lnTo>
                  <a:lnTo>
                    <a:pt x="81768" y="159054"/>
                  </a:lnTo>
                  <a:lnTo>
                    <a:pt x="85502" y="157685"/>
                  </a:lnTo>
                  <a:lnTo>
                    <a:pt x="89235" y="156316"/>
                  </a:lnTo>
                  <a:lnTo>
                    <a:pt x="92844" y="154574"/>
                  </a:lnTo>
                  <a:lnTo>
                    <a:pt x="96329" y="152832"/>
                  </a:lnTo>
                  <a:lnTo>
                    <a:pt x="99690" y="150840"/>
                  </a:lnTo>
                  <a:lnTo>
                    <a:pt x="103050" y="148725"/>
                  </a:lnTo>
                  <a:lnTo>
                    <a:pt x="106161" y="146484"/>
                  </a:lnTo>
                  <a:lnTo>
                    <a:pt x="109273" y="144120"/>
                  </a:lnTo>
                  <a:lnTo>
                    <a:pt x="112260" y="141506"/>
                  </a:lnTo>
                  <a:lnTo>
                    <a:pt x="115122" y="138768"/>
                  </a:lnTo>
                  <a:lnTo>
                    <a:pt x="117736" y="136030"/>
                  </a:lnTo>
                  <a:lnTo>
                    <a:pt x="120349" y="133043"/>
                  </a:lnTo>
                  <a:lnTo>
                    <a:pt x="122714" y="129932"/>
                  </a:lnTo>
                  <a:lnTo>
                    <a:pt x="124954" y="126820"/>
                  </a:lnTo>
                  <a:lnTo>
                    <a:pt x="127070" y="123460"/>
                  </a:lnTo>
                  <a:lnTo>
                    <a:pt x="129061" y="120100"/>
                  </a:lnTo>
                  <a:lnTo>
                    <a:pt x="130928" y="116615"/>
                  </a:lnTo>
                  <a:lnTo>
                    <a:pt x="132546" y="113006"/>
                  </a:lnTo>
                  <a:lnTo>
                    <a:pt x="133915" y="109272"/>
                  </a:lnTo>
                  <a:lnTo>
                    <a:pt x="135284" y="105539"/>
                  </a:lnTo>
                  <a:lnTo>
                    <a:pt x="136279" y="101680"/>
                  </a:lnTo>
                  <a:lnTo>
                    <a:pt x="137275" y="97698"/>
                  </a:lnTo>
                  <a:lnTo>
                    <a:pt x="137897" y="93715"/>
                  </a:lnTo>
                  <a:lnTo>
                    <a:pt x="138520" y="89608"/>
                  </a:lnTo>
                  <a:lnTo>
                    <a:pt x="138769" y="85501"/>
                  </a:lnTo>
                  <a:lnTo>
                    <a:pt x="138893" y="81270"/>
                  </a:lnTo>
                  <a:lnTo>
                    <a:pt x="138893" y="81270"/>
                  </a:lnTo>
                  <a:lnTo>
                    <a:pt x="138769" y="77163"/>
                  </a:lnTo>
                  <a:lnTo>
                    <a:pt x="138520" y="73056"/>
                  </a:lnTo>
                  <a:lnTo>
                    <a:pt x="137897" y="68949"/>
                  </a:lnTo>
                  <a:lnTo>
                    <a:pt x="137275" y="64966"/>
                  </a:lnTo>
                  <a:lnTo>
                    <a:pt x="136279" y="60984"/>
                  </a:lnTo>
                  <a:lnTo>
                    <a:pt x="135284" y="57125"/>
                  </a:lnTo>
                  <a:lnTo>
                    <a:pt x="133915" y="53392"/>
                  </a:lnTo>
                  <a:lnTo>
                    <a:pt x="132546" y="49658"/>
                  </a:lnTo>
                  <a:lnTo>
                    <a:pt x="130928" y="46049"/>
                  </a:lnTo>
                  <a:lnTo>
                    <a:pt x="129061" y="42564"/>
                  </a:lnTo>
                  <a:lnTo>
                    <a:pt x="127070" y="39079"/>
                  </a:lnTo>
                  <a:lnTo>
                    <a:pt x="124954" y="35844"/>
                  </a:lnTo>
                  <a:lnTo>
                    <a:pt x="122714" y="32608"/>
                  </a:lnTo>
                  <a:lnTo>
                    <a:pt x="120349" y="29621"/>
                  </a:lnTo>
                  <a:lnTo>
                    <a:pt x="117736" y="26634"/>
                  </a:lnTo>
                  <a:lnTo>
                    <a:pt x="115122" y="23771"/>
                  </a:lnTo>
                  <a:lnTo>
                    <a:pt x="112260" y="21158"/>
                  </a:lnTo>
                  <a:lnTo>
                    <a:pt x="109273" y="18544"/>
                  </a:lnTo>
                  <a:lnTo>
                    <a:pt x="106161" y="16180"/>
                  </a:lnTo>
                  <a:lnTo>
                    <a:pt x="103050" y="13815"/>
                  </a:lnTo>
                  <a:lnTo>
                    <a:pt x="99690" y="11699"/>
                  </a:lnTo>
                  <a:lnTo>
                    <a:pt x="96329" y="9832"/>
                  </a:lnTo>
                  <a:lnTo>
                    <a:pt x="92844" y="7966"/>
                  </a:lnTo>
                  <a:lnTo>
                    <a:pt x="89235" y="6348"/>
                  </a:lnTo>
                  <a:lnTo>
                    <a:pt x="85502" y="4854"/>
                  </a:lnTo>
                  <a:lnTo>
                    <a:pt x="81768" y="3610"/>
                  </a:lnTo>
                  <a:lnTo>
                    <a:pt x="77910" y="2490"/>
                  </a:lnTo>
                  <a:lnTo>
                    <a:pt x="73927" y="1618"/>
                  </a:lnTo>
                  <a:lnTo>
                    <a:pt x="69945" y="872"/>
                  </a:lnTo>
                  <a:lnTo>
                    <a:pt x="65838" y="374"/>
                  </a:lnTo>
                  <a:lnTo>
                    <a:pt x="61731" y="125"/>
                  </a:lnTo>
                  <a:lnTo>
                    <a:pt x="57499" y="0"/>
                  </a:lnTo>
                  <a:lnTo>
                    <a:pt x="57499" y="0"/>
                  </a:lnTo>
                  <a:lnTo>
                    <a:pt x="53392" y="125"/>
                  </a:lnTo>
                  <a:lnTo>
                    <a:pt x="49285" y="374"/>
                  </a:lnTo>
                  <a:lnTo>
                    <a:pt x="45178" y="872"/>
                  </a:lnTo>
                  <a:lnTo>
                    <a:pt x="41195" y="1618"/>
                  </a:lnTo>
                  <a:lnTo>
                    <a:pt x="37213" y="2490"/>
                  </a:lnTo>
                  <a:lnTo>
                    <a:pt x="33355" y="3610"/>
                  </a:lnTo>
                  <a:lnTo>
                    <a:pt x="29621" y="4854"/>
                  </a:lnTo>
                  <a:lnTo>
                    <a:pt x="25887" y="6348"/>
                  </a:lnTo>
                  <a:lnTo>
                    <a:pt x="22278" y="7966"/>
                  </a:lnTo>
                  <a:lnTo>
                    <a:pt x="18793" y="9832"/>
                  </a:lnTo>
                  <a:lnTo>
                    <a:pt x="15433" y="11699"/>
                  </a:lnTo>
                  <a:lnTo>
                    <a:pt x="12073" y="13815"/>
                  </a:lnTo>
                  <a:lnTo>
                    <a:pt x="8837" y="16180"/>
                  </a:lnTo>
                  <a:lnTo>
                    <a:pt x="5850" y="18544"/>
                  </a:lnTo>
                  <a:lnTo>
                    <a:pt x="2863" y="21158"/>
                  </a:lnTo>
                  <a:lnTo>
                    <a:pt x="1" y="2377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3" name="Google Shape;148;p30"/>
            <p:cNvSpPr/>
            <p:nvPr/>
          </p:nvSpPr>
          <p:spPr>
            <a:xfrm rot="5400000">
              <a:off x="5685840" y="-1793880"/>
              <a:ext cx="3920040" cy="5457600"/>
            </a:xfrm>
            <a:custGeom>
              <a:avLst/>
              <a:gdLst/>
              <a:ahLst/>
              <a:rect l="l" t="t" r="r" b="b"/>
              <a:pathLst>
                <a:path w="146858" h="204480">
                  <a:moveTo>
                    <a:pt x="102178" y="0"/>
                  </a:moveTo>
                  <a:lnTo>
                    <a:pt x="0" y="102178"/>
                  </a:lnTo>
                  <a:lnTo>
                    <a:pt x="102178" y="204480"/>
                  </a:lnTo>
                  <a:lnTo>
                    <a:pt x="146858" y="159676"/>
                  </a:lnTo>
                  <a:lnTo>
                    <a:pt x="144244" y="156938"/>
                  </a:lnTo>
                  <a:lnTo>
                    <a:pt x="141630" y="153951"/>
                  </a:lnTo>
                  <a:lnTo>
                    <a:pt x="139266" y="150840"/>
                  </a:lnTo>
                  <a:lnTo>
                    <a:pt x="136901" y="147728"/>
                  </a:lnTo>
                  <a:lnTo>
                    <a:pt x="134785" y="144368"/>
                  </a:lnTo>
                  <a:lnTo>
                    <a:pt x="132919" y="141008"/>
                  </a:lnTo>
                  <a:lnTo>
                    <a:pt x="131052" y="137523"/>
                  </a:lnTo>
                  <a:lnTo>
                    <a:pt x="129434" y="133914"/>
                  </a:lnTo>
                  <a:lnTo>
                    <a:pt x="128065" y="130180"/>
                  </a:lnTo>
                  <a:lnTo>
                    <a:pt x="126696" y="126447"/>
                  </a:lnTo>
                  <a:lnTo>
                    <a:pt x="125576" y="122588"/>
                  </a:lnTo>
                  <a:lnTo>
                    <a:pt x="124704" y="118606"/>
                  </a:lnTo>
                  <a:lnTo>
                    <a:pt x="123958" y="114623"/>
                  </a:lnTo>
                  <a:lnTo>
                    <a:pt x="123460" y="110516"/>
                  </a:lnTo>
                  <a:lnTo>
                    <a:pt x="123211" y="106409"/>
                  </a:lnTo>
                  <a:lnTo>
                    <a:pt x="123087" y="102178"/>
                  </a:lnTo>
                  <a:lnTo>
                    <a:pt x="123211" y="98071"/>
                  </a:lnTo>
                  <a:lnTo>
                    <a:pt x="123460" y="93964"/>
                  </a:lnTo>
                  <a:lnTo>
                    <a:pt x="123958" y="89857"/>
                  </a:lnTo>
                  <a:lnTo>
                    <a:pt x="124704" y="85874"/>
                  </a:lnTo>
                  <a:lnTo>
                    <a:pt x="125576" y="81892"/>
                  </a:lnTo>
                  <a:lnTo>
                    <a:pt x="126696" y="78033"/>
                  </a:lnTo>
                  <a:lnTo>
                    <a:pt x="128065" y="74300"/>
                  </a:lnTo>
                  <a:lnTo>
                    <a:pt x="129434" y="70566"/>
                  </a:lnTo>
                  <a:lnTo>
                    <a:pt x="131052" y="66957"/>
                  </a:lnTo>
                  <a:lnTo>
                    <a:pt x="132919" y="63472"/>
                  </a:lnTo>
                  <a:lnTo>
                    <a:pt x="134785" y="59987"/>
                  </a:lnTo>
                  <a:lnTo>
                    <a:pt x="136901" y="56752"/>
                  </a:lnTo>
                  <a:lnTo>
                    <a:pt x="139266" y="53516"/>
                  </a:lnTo>
                  <a:lnTo>
                    <a:pt x="141630" y="50529"/>
                  </a:lnTo>
                  <a:lnTo>
                    <a:pt x="144244" y="47542"/>
                  </a:lnTo>
                  <a:lnTo>
                    <a:pt x="146858" y="44679"/>
                  </a:lnTo>
                  <a:lnTo>
                    <a:pt x="102178" y="0"/>
                  </a:lnTo>
                  <a:close/>
                </a:path>
              </a:pathLst>
            </a:custGeom>
            <a:solidFill>
              <a:srgbClr val="b4dc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153;p31"/>
          <p:cNvSpPr/>
          <p:nvPr/>
        </p:nvSpPr>
        <p:spPr>
          <a:xfrm>
            <a:off x="457200" y="493560"/>
            <a:ext cx="3040560" cy="8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ENGLISH 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rgbClr val="fa5a50"/>
                </a:solidFill>
                <a:latin typeface="DM Sans ExtraBold"/>
                <a:ea typeface="DM Sans ExtraBold"/>
              </a:rPr>
              <a:t>HOW TO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75" name="Google Shape;154;p31"/>
          <p:cNvSpPr/>
          <p:nvPr/>
        </p:nvSpPr>
        <p:spPr>
          <a:xfrm>
            <a:off x="4686480" y="1657440"/>
            <a:ext cx="188568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fa5a50"/>
                </a:solidFill>
                <a:latin typeface="DM Sans"/>
                <a:ea typeface="DM Sans"/>
              </a:rPr>
              <a:t>For photos:</a:t>
            </a:r>
            <a:endParaRPr b="0" lang="en-US" sz="900" spc="-1" strike="noStrike">
              <a:latin typeface="Arial"/>
            </a:endParaRPr>
          </a:p>
          <a:p>
            <a:pPr marL="228600" indent="-171360">
              <a:lnSpc>
                <a:spcPct val="115000"/>
              </a:lnSpc>
              <a:buClr>
                <a:srgbClr val="000000"/>
              </a:buClr>
              <a:buFont typeface="DM Sans"/>
              <a:buAutoNum type="arabicPeriod"/>
              <a:tabLst>
                <a:tab algn="l" pos="0"/>
              </a:tabLst>
            </a:pPr>
            <a:r>
              <a:rPr b="0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Pick a photo from the links below.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76" name="Google Shape;155;p31"/>
          <p:cNvSpPr/>
          <p:nvPr/>
        </p:nvSpPr>
        <p:spPr>
          <a:xfrm>
            <a:off x="2571840" y="1657440"/>
            <a:ext cx="188568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fa5a50"/>
                </a:solidFill>
                <a:latin typeface="DM Sans"/>
                <a:ea typeface="DM Sans"/>
              </a:rPr>
              <a:t>For text: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Click the text box to edit. 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900" spc="-1" strike="noStrike">
              <a:latin typeface="Arial"/>
            </a:endParaRPr>
          </a:p>
        </p:txBody>
      </p:sp>
      <p:sp>
        <p:nvSpPr>
          <p:cNvPr id="677" name="Google Shape;156;p31"/>
          <p:cNvSpPr/>
          <p:nvPr/>
        </p:nvSpPr>
        <p:spPr>
          <a:xfrm>
            <a:off x="457200" y="1657440"/>
            <a:ext cx="188568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PLEASE MAKE A </a:t>
            </a:r>
            <a:r>
              <a:rPr b="1" lang="en" sz="900" spc="-1" strike="noStrike">
                <a:solidFill>
                  <a:srgbClr val="fa5a50"/>
                </a:solidFill>
                <a:latin typeface="DM Sans"/>
                <a:ea typeface="DM Sans"/>
              </a:rPr>
              <a:t>COPY</a:t>
            </a:r>
            <a:r>
              <a:rPr b="1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 OF THIS PRESENTATION.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9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900" spc="-1" strike="noStrike">
              <a:latin typeface="Arial"/>
            </a:endParaRPr>
          </a:p>
        </p:txBody>
      </p:sp>
      <p:sp>
        <p:nvSpPr>
          <p:cNvPr id="678" name="Google Shape;157;p31"/>
          <p:cNvSpPr/>
          <p:nvPr/>
        </p:nvSpPr>
        <p:spPr>
          <a:xfrm>
            <a:off x="6800760" y="1657440"/>
            <a:ext cx="188568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fa5a50"/>
                </a:solidFill>
                <a:latin typeface="DM Sans"/>
                <a:ea typeface="DM Sans"/>
              </a:rPr>
              <a:t>For CI&amp;T introduction: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If you're looking to introduce CI&amp;T  use our official Fast Facts presentation here: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79" name="Google Shape;159;p31"/>
          <p:cNvSpPr/>
          <p:nvPr/>
        </p:nvSpPr>
        <p:spPr>
          <a:xfrm>
            <a:off x="6800760" y="2720160"/>
            <a:ext cx="193500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If you have any questions or additional needs, please contact us at brand@ciandt.com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172;p32"/>
          <p:cNvSpPr/>
          <p:nvPr/>
        </p:nvSpPr>
        <p:spPr>
          <a:xfrm>
            <a:off x="457200" y="493560"/>
            <a:ext cx="3040560" cy="8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PORTUGUÊS 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rgbClr val="fa5a50"/>
                </a:solidFill>
                <a:latin typeface="DM Sans ExtraBold"/>
                <a:ea typeface="DM Sans ExtraBold"/>
              </a:rPr>
              <a:t>COMO USAR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81" name="Google Shape;173;p32"/>
          <p:cNvSpPr/>
          <p:nvPr/>
        </p:nvSpPr>
        <p:spPr>
          <a:xfrm>
            <a:off x="4694400" y="1657440"/>
            <a:ext cx="188568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fa5a50"/>
                </a:solidFill>
                <a:latin typeface="DM Sans"/>
                <a:ea typeface="DM Sans"/>
              </a:rPr>
              <a:t>Para fotos:</a:t>
            </a:r>
            <a:endParaRPr b="0" lang="en-US" sz="900" spc="-1" strike="noStrike">
              <a:latin typeface="Arial"/>
            </a:endParaRPr>
          </a:p>
          <a:p>
            <a:pPr marL="228600" indent="-171360">
              <a:lnSpc>
                <a:spcPct val="115000"/>
              </a:lnSpc>
              <a:buClr>
                <a:srgbClr val="000000"/>
              </a:buClr>
              <a:buFont typeface="DM Sans"/>
              <a:buAutoNum type="arabicPeriod"/>
              <a:tabLst>
                <a:tab algn="l" pos="0"/>
              </a:tabLst>
            </a:pPr>
            <a:r>
              <a:rPr b="0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Escolha uma foto dos links abaixo.</a:t>
            </a:r>
            <a:br>
              <a:rPr sz="900"/>
            </a:br>
            <a:r>
              <a:rPr b="0" lang="en" sz="900" spc="-1" strike="noStrike">
                <a:solidFill>
                  <a:srgbClr val="000000"/>
                </a:solidFill>
                <a:latin typeface="DM Sans"/>
              </a:rPr>
              <a:t> 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2" name="Google Shape;174;p32"/>
          <p:cNvSpPr/>
          <p:nvPr/>
        </p:nvSpPr>
        <p:spPr>
          <a:xfrm>
            <a:off x="2579760" y="1657440"/>
            <a:ext cx="18856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fa5a50"/>
                </a:solidFill>
                <a:latin typeface="DM Sans"/>
                <a:ea typeface="DM Sans"/>
              </a:rPr>
              <a:t>Para texto: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Clique na caixa de texto para editar. Vai inserir muito texto?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Use as </a:t>
            </a:r>
            <a:r>
              <a:rPr b="1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notas do apresentador.</a:t>
            </a:r>
            <a:br>
              <a:rPr sz="900"/>
            </a:br>
            <a:r>
              <a:rPr b="0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 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3" name="Google Shape;175;p32"/>
          <p:cNvSpPr/>
          <p:nvPr/>
        </p:nvSpPr>
        <p:spPr>
          <a:xfrm>
            <a:off x="465120" y="1657440"/>
            <a:ext cx="188568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POR FAVOR FAÇA UMA </a:t>
            </a:r>
            <a:r>
              <a:rPr b="1" lang="en" sz="900" spc="-1" strike="noStrike">
                <a:solidFill>
                  <a:srgbClr val="fa5a50"/>
                </a:solidFill>
                <a:latin typeface="DM Sans"/>
                <a:ea typeface="DM Sans"/>
              </a:rPr>
              <a:t>CÓPIA</a:t>
            </a:r>
            <a:r>
              <a:rPr b="1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 DESTA APRESENTAÇÃO.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4" name="Google Shape;176;p32"/>
          <p:cNvSpPr/>
          <p:nvPr/>
        </p:nvSpPr>
        <p:spPr>
          <a:xfrm>
            <a:off x="6809040" y="1657440"/>
            <a:ext cx="188568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fa5a50"/>
                </a:solidFill>
                <a:latin typeface="DM Sans"/>
                <a:ea typeface="DM Sans"/>
              </a:rPr>
              <a:t>Para apresentar a CI&amp;T: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Se você precisa introduzir a CI&amp;T, use nossa apresentação oficial de Fast Facts aqui: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5" name="Google Shape;177;p32"/>
          <p:cNvSpPr/>
          <p:nvPr/>
        </p:nvSpPr>
        <p:spPr>
          <a:xfrm>
            <a:off x="6809040" y="2747160"/>
            <a:ext cx="193500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000000"/>
                </a:solidFill>
                <a:latin typeface="DM Sans"/>
                <a:ea typeface="DM Sans"/>
              </a:rPr>
              <a:t>Se tiver alguma dúvida ou pedido, por favor, entre em contato com brand@ciandt.com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6" name="Google Shape;184;p32">
            <a:hlinkClick r:id="rId1"/>
          </p:cNvPr>
          <p:cNvSpPr/>
          <p:nvPr/>
        </p:nvSpPr>
        <p:spPr>
          <a:xfrm>
            <a:off x="6800760" y="2442240"/>
            <a:ext cx="1885680" cy="228240"/>
          </a:xfrm>
          <a:prstGeom prst="roundRect">
            <a:avLst>
              <a:gd name="adj" fmla="val 50000"/>
            </a:avLst>
          </a:prstGeom>
          <a:solidFill>
            <a:srgbClr val="fa5a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200" spc="-1" strike="noStrike" u="sng">
                <a:solidFill>
                  <a:srgbClr val="ffffff"/>
                </a:solidFill>
                <a:uFillTx/>
                <a:latin typeface="DM Sans"/>
                <a:ea typeface="DM Sans"/>
                <a:hlinkClick r:id="rId2"/>
              </a:rPr>
              <a:t>Fast Facts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5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2094;p112"/>
          <p:cNvSpPr/>
          <p:nvPr/>
        </p:nvSpPr>
        <p:spPr>
          <a:xfrm>
            <a:off x="457200" y="457200"/>
            <a:ext cx="4642920" cy="30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800" spc="-1" strike="noStrike">
                <a:solidFill>
                  <a:srgbClr val="690039"/>
                </a:solidFill>
                <a:latin typeface="DM Sans ExtraBold"/>
                <a:ea typeface="DM Sans ExtraBold"/>
              </a:rPr>
              <a:t>THANK</a:t>
            </a:r>
            <a:r>
              <a:rPr b="0" lang="en" sz="9800" spc="-1" strike="noStrike">
                <a:solidFill>
                  <a:srgbClr val="ffffff"/>
                </a:solidFill>
                <a:latin typeface="DM Sans ExtraBold"/>
                <a:ea typeface="DM Sans ExtraBold"/>
              </a:rPr>
              <a:t> YOU.</a:t>
            </a:r>
            <a:endParaRPr b="0" lang="en-US" sz="9800" spc="-1" strike="noStrike">
              <a:latin typeface="Arial"/>
            </a:endParaRPr>
          </a:p>
        </p:txBody>
      </p:sp>
      <p:sp>
        <p:nvSpPr>
          <p:cNvPr id="688" name="Google Shape;2095;p112"/>
          <p:cNvSpPr/>
          <p:nvPr/>
        </p:nvSpPr>
        <p:spPr>
          <a:xfrm>
            <a:off x="457200" y="4316760"/>
            <a:ext cx="18856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690037"/>
                </a:solidFill>
                <a:latin typeface="DM Sans Light"/>
                <a:ea typeface="DM Sans Light"/>
              </a:rPr>
              <a:t>ciandt.com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689" name="Google Shape;2096;p112"/>
          <p:cNvGrpSpPr/>
          <p:nvPr/>
        </p:nvGrpSpPr>
        <p:grpSpPr>
          <a:xfrm>
            <a:off x="4736160" y="457200"/>
            <a:ext cx="681840" cy="681480"/>
            <a:chOff x="4736160" y="457200"/>
            <a:chExt cx="681840" cy="681480"/>
          </a:xfrm>
        </p:grpSpPr>
        <p:sp>
          <p:nvSpPr>
            <p:cNvPr id="690" name="Google Shape;2097;p112"/>
            <p:cNvSpPr/>
            <p:nvPr/>
          </p:nvSpPr>
          <p:spPr>
            <a:xfrm>
              <a:off x="4736160" y="457200"/>
              <a:ext cx="340200" cy="340920"/>
            </a:xfrm>
            <a:custGeom>
              <a:avLst/>
              <a:gdLst/>
              <a:ahLst/>
              <a:rect l="l" t="t" r="r" b="b"/>
              <a:pathLst>
                <a:path w="104709" h="104842">
                  <a:moveTo>
                    <a:pt x="52421" y="0"/>
                  </a:moveTo>
                  <a:lnTo>
                    <a:pt x="52288" y="2648"/>
                  </a:lnTo>
                  <a:lnTo>
                    <a:pt x="52156" y="5295"/>
                  </a:lnTo>
                  <a:lnTo>
                    <a:pt x="51759" y="7943"/>
                  </a:lnTo>
                  <a:lnTo>
                    <a:pt x="51362" y="10590"/>
                  </a:lnTo>
                  <a:lnTo>
                    <a:pt x="50700" y="13105"/>
                  </a:lnTo>
                  <a:lnTo>
                    <a:pt x="50038" y="15620"/>
                  </a:lnTo>
                  <a:lnTo>
                    <a:pt x="49244" y="18003"/>
                  </a:lnTo>
                  <a:lnTo>
                    <a:pt x="48317" y="20386"/>
                  </a:lnTo>
                  <a:lnTo>
                    <a:pt x="47258" y="22769"/>
                  </a:lnTo>
                  <a:lnTo>
                    <a:pt x="46067" y="25019"/>
                  </a:lnTo>
                  <a:lnTo>
                    <a:pt x="44743" y="27137"/>
                  </a:lnTo>
                  <a:lnTo>
                    <a:pt x="43419" y="29255"/>
                  </a:lnTo>
                  <a:lnTo>
                    <a:pt x="41963" y="31373"/>
                  </a:lnTo>
                  <a:lnTo>
                    <a:pt x="40374" y="33359"/>
                  </a:lnTo>
                  <a:lnTo>
                    <a:pt x="38786" y="35212"/>
                  </a:lnTo>
                  <a:lnTo>
                    <a:pt x="37065" y="37065"/>
                  </a:lnTo>
                  <a:lnTo>
                    <a:pt x="35212" y="38786"/>
                  </a:lnTo>
                  <a:lnTo>
                    <a:pt x="33359" y="40374"/>
                  </a:lnTo>
                  <a:lnTo>
                    <a:pt x="31373" y="41963"/>
                  </a:lnTo>
                  <a:lnTo>
                    <a:pt x="29255" y="43419"/>
                  </a:lnTo>
                  <a:lnTo>
                    <a:pt x="27137" y="44743"/>
                  </a:lnTo>
                  <a:lnTo>
                    <a:pt x="24887" y="46067"/>
                  </a:lnTo>
                  <a:lnTo>
                    <a:pt x="22636" y="47258"/>
                  </a:lnTo>
                  <a:lnTo>
                    <a:pt x="20386" y="48317"/>
                  </a:lnTo>
                  <a:lnTo>
                    <a:pt x="18003" y="49244"/>
                  </a:lnTo>
                  <a:lnTo>
                    <a:pt x="15620" y="50038"/>
                  </a:lnTo>
                  <a:lnTo>
                    <a:pt x="13105" y="50700"/>
                  </a:lnTo>
                  <a:lnTo>
                    <a:pt x="10590" y="51362"/>
                  </a:lnTo>
                  <a:lnTo>
                    <a:pt x="7943" y="51759"/>
                  </a:lnTo>
                  <a:lnTo>
                    <a:pt x="5295" y="52156"/>
                  </a:lnTo>
                  <a:lnTo>
                    <a:pt x="2648" y="52288"/>
                  </a:lnTo>
                  <a:lnTo>
                    <a:pt x="0" y="52421"/>
                  </a:lnTo>
                  <a:lnTo>
                    <a:pt x="2648" y="52421"/>
                  </a:lnTo>
                  <a:lnTo>
                    <a:pt x="5295" y="52685"/>
                  </a:lnTo>
                  <a:lnTo>
                    <a:pt x="7943" y="52950"/>
                  </a:lnTo>
                  <a:lnTo>
                    <a:pt x="10590" y="53480"/>
                  </a:lnTo>
                  <a:lnTo>
                    <a:pt x="13105" y="54009"/>
                  </a:lnTo>
                  <a:lnTo>
                    <a:pt x="15620" y="54803"/>
                  </a:lnTo>
                  <a:lnTo>
                    <a:pt x="18003" y="55598"/>
                  </a:lnTo>
                  <a:lnTo>
                    <a:pt x="20386" y="56524"/>
                  </a:lnTo>
                  <a:lnTo>
                    <a:pt x="22636" y="57583"/>
                  </a:lnTo>
                  <a:lnTo>
                    <a:pt x="24887" y="58775"/>
                  </a:lnTo>
                  <a:lnTo>
                    <a:pt x="27137" y="59966"/>
                  </a:lnTo>
                  <a:lnTo>
                    <a:pt x="29255" y="61290"/>
                  </a:lnTo>
                  <a:lnTo>
                    <a:pt x="31373" y="62746"/>
                  </a:lnTo>
                  <a:lnTo>
                    <a:pt x="33359" y="64334"/>
                  </a:lnTo>
                  <a:lnTo>
                    <a:pt x="35212" y="66055"/>
                  </a:lnTo>
                  <a:lnTo>
                    <a:pt x="37065" y="67776"/>
                  </a:lnTo>
                  <a:lnTo>
                    <a:pt x="38786" y="69497"/>
                  </a:lnTo>
                  <a:lnTo>
                    <a:pt x="40374" y="71483"/>
                  </a:lnTo>
                  <a:lnTo>
                    <a:pt x="41963" y="73468"/>
                  </a:lnTo>
                  <a:lnTo>
                    <a:pt x="43419" y="75454"/>
                  </a:lnTo>
                  <a:lnTo>
                    <a:pt x="44743" y="77572"/>
                  </a:lnTo>
                  <a:lnTo>
                    <a:pt x="46067" y="79822"/>
                  </a:lnTo>
                  <a:lnTo>
                    <a:pt x="47258" y="82073"/>
                  </a:lnTo>
                  <a:lnTo>
                    <a:pt x="48317" y="84455"/>
                  </a:lnTo>
                  <a:lnTo>
                    <a:pt x="49244" y="86706"/>
                  </a:lnTo>
                  <a:lnTo>
                    <a:pt x="50038" y="89221"/>
                  </a:lnTo>
                  <a:lnTo>
                    <a:pt x="50700" y="91736"/>
                  </a:lnTo>
                  <a:lnTo>
                    <a:pt x="51362" y="94251"/>
                  </a:lnTo>
                  <a:lnTo>
                    <a:pt x="51759" y="96766"/>
                  </a:lnTo>
                  <a:lnTo>
                    <a:pt x="52156" y="99414"/>
                  </a:lnTo>
                  <a:lnTo>
                    <a:pt x="52288" y="102061"/>
                  </a:lnTo>
                  <a:lnTo>
                    <a:pt x="52421" y="104841"/>
                  </a:lnTo>
                  <a:lnTo>
                    <a:pt x="52421" y="102061"/>
                  </a:lnTo>
                  <a:lnTo>
                    <a:pt x="52685" y="99414"/>
                  </a:lnTo>
                  <a:lnTo>
                    <a:pt x="52950" y="96766"/>
                  </a:lnTo>
                  <a:lnTo>
                    <a:pt x="53480" y="94251"/>
                  </a:lnTo>
                  <a:lnTo>
                    <a:pt x="54009" y="91736"/>
                  </a:lnTo>
                  <a:lnTo>
                    <a:pt x="54671" y="89221"/>
                  </a:lnTo>
                  <a:lnTo>
                    <a:pt x="55598" y="86706"/>
                  </a:lnTo>
                  <a:lnTo>
                    <a:pt x="56524" y="84455"/>
                  </a:lnTo>
                  <a:lnTo>
                    <a:pt x="57583" y="82073"/>
                  </a:lnTo>
                  <a:lnTo>
                    <a:pt x="58642" y="79822"/>
                  </a:lnTo>
                  <a:lnTo>
                    <a:pt x="59966" y="77572"/>
                  </a:lnTo>
                  <a:lnTo>
                    <a:pt x="61290" y="75454"/>
                  </a:lnTo>
                  <a:lnTo>
                    <a:pt x="62746" y="73468"/>
                  </a:lnTo>
                  <a:lnTo>
                    <a:pt x="64334" y="71483"/>
                  </a:lnTo>
                  <a:lnTo>
                    <a:pt x="65923" y="69497"/>
                  </a:lnTo>
                  <a:lnTo>
                    <a:pt x="67776" y="67776"/>
                  </a:lnTo>
                  <a:lnTo>
                    <a:pt x="69497" y="66055"/>
                  </a:lnTo>
                  <a:lnTo>
                    <a:pt x="71483" y="64334"/>
                  </a:lnTo>
                  <a:lnTo>
                    <a:pt x="73468" y="62746"/>
                  </a:lnTo>
                  <a:lnTo>
                    <a:pt x="75454" y="61290"/>
                  </a:lnTo>
                  <a:lnTo>
                    <a:pt x="77572" y="59966"/>
                  </a:lnTo>
                  <a:lnTo>
                    <a:pt x="79822" y="58775"/>
                  </a:lnTo>
                  <a:lnTo>
                    <a:pt x="82073" y="57583"/>
                  </a:lnTo>
                  <a:lnTo>
                    <a:pt x="84323" y="56524"/>
                  </a:lnTo>
                  <a:lnTo>
                    <a:pt x="86706" y="55598"/>
                  </a:lnTo>
                  <a:lnTo>
                    <a:pt x="89221" y="54803"/>
                  </a:lnTo>
                  <a:lnTo>
                    <a:pt x="91604" y="54009"/>
                  </a:lnTo>
                  <a:lnTo>
                    <a:pt x="94251" y="53480"/>
                  </a:lnTo>
                  <a:lnTo>
                    <a:pt x="96766" y="52950"/>
                  </a:lnTo>
                  <a:lnTo>
                    <a:pt x="99414" y="52685"/>
                  </a:lnTo>
                  <a:lnTo>
                    <a:pt x="102061" y="52421"/>
                  </a:lnTo>
                  <a:lnTo>
                    <a:pt x="104709" y="52421"/>
                  </a:lnTo>
                  <a:lnTo>
                    <a:pt x="102061" y="52288"/>
                  </a:lnTo>
                  <a:lnTo>
                    <a:pt x="99414" y="52156"/>
                  </a:lnTo>
                  <a:lnTo>
                    <a:pt x="96766" y="51759"/>
                  </a:lnTo>
                  <a:lnTo>
                    <a:pt x="94251" y="51362"/>
                  </a:lnTo>
                  <a:lnTo>
                    <a:pt x="91604" y="50700"/>
                  </a:lnTo>
                  <a:lnTo>
                    <a:pt x="89221" y="50038"/>
                  </a:lnTo>
                  <a:lnTo>
                    <a:pt x="86706" y="49244"/>
                  </a:lnTo>
                  <a:lnTo>
                    <a:pt x="84323" y="48317"/>
                  </a:lnTo>
                  <a:lnTo>
                    <a:pt x="82073" y="47258"/>
                  </a:lnTo>
                  <a:lnTo>
                    <a:pt x="79822" y="46067"/>
                  </a:lnTo>
                  <a:lnTo>
                    <a:pt x="77572" y="44743"/>
                  </a:lnTo>
                  <a:lnTo>
                    <a:pt x="75454" y="43419"/>
                  </a:lnTo>
                  <a:lnTo>
                    <a:pt x="73468" y="41963"/>
                  </a:lnTo>
                  <a:lnTo>
                    <a:pt x="71483" y="40374"/>
                  </a:lnTo>
                  <a:lnTo>
                    <a:pt x="69497" y="38786"/>
                  </a:lnTo>
                  <a:lnTo>
                    <a:pt x="67776" y="37065"/>
                  </a:lnTo>
                  <a:lnTo>
                    <a:pt x="65923" y="35212"/>
                  </a:lnTo>
                  <a:lnTo>
                    <a:pt x="64334" y="33359"/>
                  </a:lnTo>
                  <a:lnTo>
                    <a:pt x="62746" y="31373"/>
                  </a:lnTo>
                  <a:lnTo>
                    <a:pt x="61290" y="29255"/>
                  </a:lnTo>
                  <a:lnTo>
                    <a:pt x="59966" y="27137"/>
                  </a:lnTo>
                  <a:lnTo>
                    <a:pt x="58642" y="25019"/>
                  </a:lnTo>
                  <a:lnTo>
                    <a:pt x="57583" y="22769"/>
                  </a:lnTo>
                  <a:lnTo>
                    <a:pt x="56524" y="20386"/>
                  </a:lnTo>
                  <a:lnTo>
                    <a:pt x="55598" y="18003"/>
                  </a:lnTo>
                  <a:lnTo>
                    <a:pt x="54671" y="15620"/>
                  </a:lnTo>
                  <a:lnTo>
                    <a:pt x="54009" y="13105"/>
                  </a:lnTo>
                  <a:lnTo>
                    <a:pt x="53480" y="10590"/>
                  </a:lnTo>
                  <a:lnTo>
                    <a:pt x="52950" y="7943"/>
                  </a:lnTo>
                  <a:lnTo>
                    <a:pt x="52685" y="5295"/>
                  </a:lnTo>
                  <a:lnTo>
                    <a:pt x="52421" y="2648"/>
                  </a:lnTo>
                  <a:lnTo>
                    <a:pt x="52421" y="0"/>
                  </a:lnTo>
                  <a:close/>
                </a:path>
              </a:pathLst>
            </a:custGeom>
            <a:solidFill>
              <a:srgbClr val="f9b7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1" name="Google Shape;2098;p112"/>
            <p:cNvSpPr/>
            <p:nvPr/>
          </p:nvSpPr>
          <p:spPr>
            <a:xfrm>
              <a:off x="5077080" y="457200"/>
              <a:ext cx="340920" cy="340920"/>
            </a:xfrm>
            <a:custGeom>
              <a:avLst/>
              <a:gdLst/>
              <a:ahLst/>
              <a:rect l="l" t="t" r="r" b="b"/>
              <a:pathLst>
                <a:path w="104842" h="104842">
                  <a:moveTo>
                    <a:pt x="52421" y="0"/>
                  </a:moveTo>
                  <a:lnTo>
                    <a:pt x="52421" y="2648"/>
                  </a:lnTo>
                  <a:lnTo>
                    <a:pt x="52157" y="5295"/>
                  </a:lnTo>
                  <a:lnTo>
                    <a:pt x="51892" y="7943"/>
                  </a:lnTo>
                  <a:lnTo>
                    <a:pt x="51362" y="10590"/>
                  </a:lnTo>
                  <a:lnTo>
                    <a:pt x="50833" y="13105"/>
                  </a:lnTo>
                  <a:lnTo>
                    <a:pt x="50039" y="15620"/>
                  </a:lnTo>
                  <a:lnTo>
                    <a:pt x="49244" y="18003"/>
                  </a:lnTo>
                  <a:lnTo>
                    <a:pt x="48318" y="20386"/>
                  </a:lnTo>
                  <a:lnTo>
                    <a:pt x="47259" y="22769"/>
                  </a:lnTo>
                  <a:lnTo>
                    <a:pt x="46067" y="25019"/>
                  </a:lnTo>
                  <a:lnTo>
                    <a:pt x="44876" y="27137"/>
                  </a:lnTo>
                  <a:lnTo>
                    <a:pt x="43552" y="29255"/>
                  </a:lnTo>
                  <a:lnTo>
                    <a:pt x="42096" y="31373"/>
                  </a:lnTo>
                  <a:lnTo>
                    <a:pt x="40508" y="33359"/>
                  </a:lnTo>
                  <a:lnTo>
                    <a:pt x="38787" y="35212"/>
                  </a:lnTo>
                  <a:lnTo>
                    <a:pt x="37066" y="37065"/>
                  </a:lnTo>
                  <a:lnTo>
                    <a:pt x="35345" y="38786"/>
                  </a:lnTo>
                  <a:lnTo>
                    <a:pt x="33359" y="40374"/>
                  </a:lnTo>
                  <a:lnTo>
                    <a:pt x="31374" y="41963"/>
                  </a:lnTo>
                  <a:lnTo>
                    <a:pt x="29388" y="43419"/>
                  </a:lnTo>
                  <a:lnTo>
                    <a:pt x="27270" y="44743"/>
                  </a:lnTo>
                  <a:lnTo>
                    <a:pt x="25020" y="46067"/>
                  </a:lnTo>
                  <a:lnTo>
                    <a:pt x="22769" y="47258"/>
                  </a:lnTo>
                  <a:lnTo>
                    <a:pt x="20387" y="48317"/>
                  </a:lnTo>
                  <a:lnTo>
                    <a:pt x="18004" y="49244"/>
                  </a:lnTo>
                  <a:lnTo>
                    <a:pt x="15621" y="50038"/>
                  </a:lnTo>
                  <a:lnTo>
                    <a:pt x="13106" y="50700"/>
                  </a:lnTo>
                  <a:lnTo>
                    <a:pt x="10591" y="51362"/>
                  </a:lnTo>
                  <a:lnTo>
                    <a:pt x="8076" y="51759"/>
                  </a:lnTo>
                  <a:lnTo>
                    <a:pt x="5428" y="52156"/>
                  </a:lnTo>
                  <a:lnTo>
                    <a:pt x="2781" y="52288"/>
                  </a:lnTo>
                  <a:lnTo>
                    <a:pt x="1" y="52421"/>
                  </a:lnTo>
                  <a:lnTo>
                    <a:pt x="2781" y="52421"/>
                  </a:lnTo>
                  <a:lnTo>
                    <a:pt x="5428" y="52685"/>
                  </a:lnTo>
                  <a:lnTo>
                    <a:pt x="8076" y="52950"/>
                  </a:lnTo>
                  <a:lnTo>
                    <a:pt x="10591" y="53480"/>
                  </a:lnTo>
                  <a:lnTo>
                    <a:pt x="13106" y="54009"/>
                  </a:lnTo>
                  <a:lnTo>
                    <a:pt x="15621" y="54803"/>
                  </a:lnTo>
                  <a:lnTo>
                    <a:pt x="18004" y="55598"/>
                  </a:lnTo>
                  <a:lnTo>
                    <a:pt x="20387" y="56524"/>
                  </a:lnTo>
                  <a:lnTo>
                    <a:pt x="22769" y="57583"/>
                  </a:lnTo>
                  <a:lnTo>
                    <a:pt x="25020" y="58775"/>
                  </a:lnTo>
                  <a:lnTo>
                    <a:pt x="27270" y="59966"/>
                  </a:lnTo>
                  <a:lnTo>
                    <a:pt x="29388" y="61290"/>
                  </a:lnTo>
                  <a:lnTo>
                    <a:pt x="31374" y="62746"/>
                  </a:lnTo>
                  <a:lnTo>
                    <a:pt x="33359" y="64334"/>
                  </a:lnTo>
                  <a:lnTo>
                    <a:pt x="35345" y="66055"/>
                  </a:lnTo>
                  <a:lnTo>
                    <a:pt x="37066" y="67776"/>
                  </a:lnTo>
                  <a:lnTo>
                    <a:pt x="38787" y="69497"/>
                  </a:lnTo>
                  <a:lnTo>
                    <a:pt x="40508" y="71483"/>
                  </a:lnTo>
                  <a:lnTo>
                    <a:pt x="42096" y="73468"/>
                  </a:lnTo>
                  <a:lnTo>
                    <a:pt x="43552" y="75454"/>
                  </a:lnTo>
                  <a:lnTo>
                    <a:pt x="44876" y="77572"/>
                  </a:lnTo>
                  <a:lnTo>
                    <a:pt x="46067" y="79822"/>
                  </a:lnTo>
                  <a:lnTo>
                    <a:pt x="47259" y="82073"/>
                  </a:lnTo>
                  <a:lnTo>
                    <a:pt x="48318" y="84455"/>
                  </a:lnTo>
                  <a:lnTo>
                    <a:pt x="49244" y="86706"/>
                  </a:lnTo>
                  <a:lnTo>
                    <a:pt x="50039" y="89221"/>
                  </a:lnTo>
                  <a:lnTo>
                    <a:pt x="50833" y="91736"/>
                  </a:lnTo>
                  <a:lnTo>
                    <a:pt x="51362" y="94251"/>
                  </a:lnTo>
                  <a:lnTo>
                    <a:pt x="51892" y="96766"/>
                  </a:lnTo>
                  <a:lnTo>
                    <a:pt x="52157" y="99414"/>
                  </a:lnTo>
                  <a:lnTo>
                    <a:pt x="52421" y="102061"/>
                  </a:lnTo>
                  <a:lnTo>
                    <a:pt x="52421" y="104841"/>
                  </a:lnTo>
                  <a:lnTo>
                    <a:pt x="52554" y="102061"/>
                  </a:lnTo>
                  <a:lnTo>
                    <a:pt x="52686" y="99414"/>
                  </a:lnTo>
                  <a:lnTo>
                    <a:pt x="53083" y="96766"/>
                  </a:lnTo>
                  <a:lnTo>
                    <a:pt x="53480" y="94251"/>
                  </a:lnTo>
                  <a:lnTo>
                    <a:pt x="54142" y="91736"/>
                  </a:lnTo>
                  <a:lnTo>
                    <a:pt x="54804" y="89221"/>
                  </a:lnTo>
                  <a:lnTo>
                    <a:pt x="55598" y="86706"/>
                  </a:lnTo>
                  <a:lnTo>
                    <a:pt x="56525" y="84455"/>
                  </a:lnTo>
                  <a:lnTo>
                    <a:pt x="57584" y="82073"/>
                  </a:lnTo>
                  <a:lnTo>
                    <a:pt x="58775" y="79822"/>
                  </a:lnTo>
                  <a:lnTo>
                    <a:pt x="60099" y="77572"/>
                  </a:lnTo>
                  <a:lnTo>
                    <a:pt x="61423" y="75454"/>
                  </a:lnTo>
                  <a:lnTo>
                    <a:pt x="62879" y="73468"/>
                  </a:lnTo>
                  <a:lnTo>
                    <a:pt x="64468" y="71483"/>
                  </a:lnTo>
                  <a:lnTo>
                    <a:pt x="66056" y="69497"/>
                  </a:lnTo>
                  <a:lnTo>
                    <a:pt x="67777" y="67776"/>
                  </a:lnTo>
                  <a:lnTo>
                    <a:pt x="69630" y="66055"/>
                  </a:lnTo>
                  <a:lnTo>
                    <a:pt x="71483" y="64334"/>
                  </a:lnTo>
                  <a:lnTo>
                    <a:pt x="73469" y="62746"/>
                  </a:lnTo>
                  <a:lnTo>
                    <a:pt x="75587" y="61290"/>
                  </a:lnTo>
                  <a:lnTo>
                    <a:pt x="77705" y="59966"/>
                  </a:lnTo>
                  <a:lnTo>
                    <a:pt x="79823" y="58775"/>
                  </a:lnTo>
                  <a:lnTo>
                    <a:pt x="82073" y="57583"/>
                  </a:lnTo>
                  <a:lnTo>
                    <a:pt x="84456" y="56524"/>
                  </a:lnTo>
                  <a:lnTo>
                    <a:pt x="86839" y="55598"/>
                  </a:lnTo>
                  <a:lnTo>
                    <a:pt x="89222" y="54803"/>
                  </a:lnTo>
                  <a:lnTo>
                    <a:pt x="91737" y="54009"/>
                  </a:lnTo>
                  <a:lnTo>
                    <a:pt x="94252" y="53480"/>
                  </a:lnTo>
                  <a:lnTo>
                    <a:pt x="96899" y="52950"/>
                  </a:lnTo>
                  <a:lnTo>
                    <a:pt x="99547" y="52685"/>
                  </a:lnTo>
                  <a:lnTo>
                    <a:pt x="102195" y="52421"/>
                  </a:lnTo>
                  <a:lnTo>
                    <a:pt x="104842" y="52421"/>
                  </a:lnTo>
                  <a:lnTo>
                    <a:pt x="102195" y="52288"/>
                  </a:lnTo>
                  <a:lnTo>
                    <a:pt x="99547" y="52156"/>
                  </a:lnTo>
                  <a:lnTo>
                    <a:pt x="96899" y="51759"/>
                  </a:lnTo>
                  <a:lnTo>
                    <a:pt x="94252" y="51362"/>
                  </a:lnTo>
                  <a:lnTo>
                    <a:pt x="91737" y="50700"/>
                  </a:lnTo>
                  <a:lnTo>
                    <a:pt x="89222" y="50038"/>
                  </a:lnTo>
                  <a:lnTo>
                    <a:pt x="86839" y="49244"/>
                  </a:lnTo>
                  <a:lnTo>
                    <a:pt x="84456" y="48317"/>
                  </a:lnTo>
                  <a:lnTo>
                    <a:pt x="82073" y="47258"/>
                  </a:lnTo>
                  <a:lnTo>
                    <a:pt x="79823" y="46067"/>
                  </a:lnTo>
                  <a:lnTo>
                    <a:pt x="77705" y="44743"/>
                  </a:lnTo>
                  <a:lnTo>
                    <a:pt x="75587" y="43419"/>
                  </a:lnTo>
                  <a:lnTo>
                    <a:pt x="73469" y="41963"/>
                  </a:lnTo>
                  <a:lnTo>
                    <a:pt x="71483" y="40374"/>
                  </a:lnTo>
                  <a:lnTo>
                    <a:pt x="69630" y="38786"/>
                  </a:lnTo>
                  <a:lnTo>
                    <a:pt x="67777" y="37065"/>
                  </a:lnTo>
                  <a:lnTo>
                    <a:pt x="66056" y="35212"/>
                  </a:lnTo>
                  <a:lnTo>
                    <a:pt x="64468" y="33359"/>
                  </a:lnTo>
                  <a:lnTo>
                    <a:pt x="62879" y="31373"/>
                  </a:lnTo>
                  <a:lnTo>
                    <a:pt x="61423" y="29255"/>
                  </a:lnTo>
                  <a:lnTo>
                    <a:pt x="60099" y="27137"/>
                  </a:lnTo>
                  <a:lnTo>
                    <a:pt x="58775" y="25019"/>
                  </a:lnTo>
                  <a:lnTo>
                    <a:pt x="57584" y="22769"/>
                  </a:lnTo>
                  <a:lnTo>
                    <a:pt x="56525" y="20386"/>
                  </a:lnTo>
                  <a:lnTo>
                    <a:pt x="55598" y="18003"/>
                  </a:lnTo>
                  <a:lnTo>
                    <a:pt x="54804" y="15620"/>
                  </a:lnTo>
                  <a:lnTo>
                    <a:pt x="54142" y="13105"/>
                  </a:lnTo>
                  <a:lnTo>
                    <a:pt x="53480" y="10590"/>
                  </a:lnTo>
                  <a:lnTo>
                    <a:pt x="53083" y="7943"/>
                  </a:lnTo>
                  <a:lnTo>
                    <a:pt x="52686" y="5295"/>
                  </a:lnTo>
                  <a:lnTo>
                    <a:pt x="52554" y="2648"/>
                  </a:lnTo>
                  <a:lnTo>
                    <a:pt x="52421" y="0"/>
                  </a:lnTo>
                  <a:close/>
                </a:path>
              </a:pathLst>
            </a:custGeom>
            <a:solidFill>
              <a:srgbClr val="f9b7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2" name="Google Shape;2099;p112"/>
            <p:cNvSpPr/>
            <p:nvPr/>
          </p:nvSpPr>
          <p:spPr>
            <a:xfrm>
              <a:off x="4736160" y="798480"/>
              <a:ext cx="340200" cy="340200"/>
            </a:xfrm>
            <a:custGeom>
              <a:avLst/>
              <a:gdLst/>
              <a:ahLst/>
              <a:rect l="l" t="t" r="r" b="b"/>
              <a:pathLst>
                <a:path w="104709" h="104709">
                  <a:moveTo>
                    <a:pt x="52421" y="0"/>
                  </a:moveTo>
                  <a:lnTo>
                    <a:pt x="52288" y="2648"/>
                  </a:lnTo>
                  <a:lnTo>
                    <a:pt x="52156" y="5295"/>
                  </a:lnTo>
                  <a:lnTo>
                    <a:pt x="51759" y="7943"/>
                  </a:lnTo>
                  <a:lnTo>
                    <a:pt x="51362" y="10458"/>
                  </a:lnTo>
                  <a:lnTo>
                    <a:pt x="50700" y="12973"/>
                  </a:lnTo>
                  <a:lnTo>
                    <a:pt x="50038" y="15488"/>
                  </a:lnTo>
                  <a:lnTo>
                    <a:pt x="49244" y="18003"/>
                  </a:lnTo>
                  <a:lnTo>
                    <a:pt x="48317" y="20386"/>
                  </a:lnTo>
                  <a:lnTo>
                    <a:pt x="47258" y="22636"/>
                  </a:lnTo>
                  <a:lnTo>
                    <a:pt x="46067" y="24887"/>
                  </a:lnTo>
                  <a:lnTo>
                    <a:pt x="44743" y="27137"/>
                  </a:lnTo>
                  <a:lnTo>
                    <a:pt x="43419" y="29255"/>
                  </a:lnTo>
                  <a:lnTo>
                    <a:pt x="41963" y="31241"/>
                  </a:lnTo>
                  <a:lnTo>
                    <a:pt x="40374" y="33226"/>
                  </a:lnTo>
                  <a:lnTo>
                    <a:pt x="38786" y="35212"/>
                  </a:lnTo>
                  <a:lnTo>
                    <a:pt x="37065" y="36933"/>
                  </a:lnTo>
                  <a:lnTo>
                    <a:pt x="35212" y="38786"/>
                  </a:lnTo>
                  <a:lnTo>
                    <a:pt x="33359" y="40375"/>
                  </a:lnTo>
                  <a:lnTo>
                    <a:pt x="31373" y="41963"/>
                  </a:lnTo>
                  <a:lnTo>
                    <a:pt x="29255" y="43419"/>
                  </a:lnTo>
                  <a:lnTo>
                    <a:pt x="27137" y="44743"/>
                  </a:lnTo>
                  <a:lnTo>
                    <a:pt x="24887" y="46067"/>
                  </a:lnTo>
                  <a:lnTo>
                    <a:pt x="22636" y="47126"/>
                  </a:lnTo>
                  <a:lnTo>
                    <a:pt x="20386" y="48185"/>
                  </a:lnTo>
                  <a:lnTo>
                    <a:pt x="18003" y="49111"/>
                  </a:lnTo>
                  <a:lnTo>
                    <a:pt x="15620" y="50038"/>
                  </a:lnTo>
                  <a:lnTo>
                    <a:pt x="13105" y="50700"/>
                  </a:lnTo>
                  <a:lnTo>
                    <a:pt x="10590" y="51229"/>
                  </a:lnTo>
                  <a:lnTo>
                    <a:pt x="7943" y="51759"/>
                  </a:lnTo>
                  <a:lnTo>
                    <a:pt x="5295" y="52024"/>
                  </a:lnTo>
                  <a:lnTo>
                    <a:pt x="2648" y="52288"/>
                  </a:lnTo>
                  <a:lnTo>
                    <a:pt x="0" y="52288"/>
                  </a:lnTo>
                  <a:lnTo>
                    <a:pt x="2648" y="52421"/>
                  </a:lnTo>
                  <a:lnTo>
                    <a:pt x="5295" y="52553"/>
                  </a:lnTo>
                  <a:lnTo>
                    <a:pt x="7943" y="52950"/>
                  </a:lnTo>
                  <a:lnTo>
                    <a:pt x="10590" y="53347"/>
                  </a:lnTo>
                  <a:lnTo>
                    <a:pt x="13105" y="54009"/>
                  </a:lnTo>
                  <a:lnTo>
                    <a:pt x="15620" y="54671"/>
                  </a:lnTo>
                  <a:lnTo>
                    <a:pt x="18003" y="55465"/>
                  </a:lnTo>
                  <a:lnTo>
                    <a:pt x="20386" y="56392"/>
                  </a:lnTo>
                  <a:lnTo>
                    <a:pt x="22636" y="57451"/>
                  </a:lnTo>
                  <a:lnTo>
                    <a:pt x="24887" y="58642"/>
                  </a:lnTo>
                  <a:lnTo>
                    <a:pt x="27137" y="59966"/>
                  </a:lnTo>
                  <a:lnTo>
                    <a:pt x="29255" y="61290"/>
                  </a:lnTo>
                  <a:lnTo>
                    <a:pt x="31373" y="62746"/>
                  </a:lnTo>
                  <a:lnTo>
                    <a:pt x="33359" y="64335"/>
                  </a:lnTo>
                  <a:lnTo>
                    <a:pt x="35212" y="65923"/>
                  </a:lnTo>
                  <a:lnTo>
                    <a:pt x="37065" y="67644"/>
                  </a:lnTo>
                  <a:lnTo>
                    <a:pt x="38786" y="69497"/>
                  </a:lnTo>
                  <a:lnTo>
                    <a:pt x="40374" y="71350"/>
                  </a:lnTo>
                  <a:lnTo>
                    <a:pt x="41963" y="73336"/>
                  </a:lnTo>
                  <a:lnTo>
                    <a:pt x="43419" y="75454"/>
                  </a:lnTo>
                  <a:lnTo>
                    <a:pt x="44743" y="77572"/>
                  </a:lnTo>
                  <a:lnTo>
                    <a:pt x="46067" y="79822"/>
                  </a:lnTo>
                  <a:lnTo>
                    <a:pt x="47258" y="82073"/>
                  </a:lnTo>
                  <a:lnTo>
                    <a:pt x="48317" y="84323"/>
                  </a:lnTo>
                  <a:lnTo>
                    <a:pt x="49244" y="86706"/>
                  </a:lnTo>
                  <a:lnTo>
                    <a:pt x="50038" y="89089"/>
                  </a:lnTo>
                  <a:lnTo>
                    <a:pt x="50700" y="91604"/>
                  </a:lnTo>
                  <a:lnTo>
                    <a:pt x="51362" y="94119"/>
                  </a:lnTo>
                  <a:lnTo>
                    <a:pt x="51759" y="96766"/>
                  </a:lnTo>
                  <a:lnTo>
                    <a:pt x="52156" y="99414"/>
                  </a:lnTo>
                  <a:lnTo>
                    <a:pt x="52288" y="102062"/>
                  </a:lnTo>
                  <a:lnTo>
                    <a:pt x="52421" y="104709"/>
                  </a:lnTo>
                  <a:lnTo>
                    <a:pt x="52421" y="102062"/>
                  </a:lnTo>
                  <a:lnTo>
                    <a:pt x="52685" y="99414"/>
                  </a:lnTo>
                  <a:lnTo>
                    <a:pt x="52950" y="96766"/>
                  </a:lnTo>
                  <a:lnTo>
                    <a:pt x="53480" y="94119"/>
                  </a:lnTo>
                  <a:lnTo>
                    <a:pt x="54009" y="91604"/>
                  </a:lnTo>
                  <a:lnTo>
                    <a:pt x="54671" y="89089"/>
                  </a:lnTo>
                  <a:lnTo>
                    <a:pt x="55598" y="86706"/>
                  </a:lnTo>
                  <a:lnTo>
                    <a:pt x="56524" y="84323"/>
                  </a:lnTo>
                  <a:lnTo>
                    <a:pt x="57583" y="82073"/>
                  </a:lnTo>
                  <a:lnTo>
                    <a:pt x="58642" y="79822"/>
                  </a:lnTo>
                  <a:lnTo>
                    <a:pt x="59966" y="77572"/>
                  </a:lnTo>
                  <a:lnTo>
                    <a:pt x="61290" y="75454"/>
                  </a:lnTo>
                  <a:lnTo>
                    <a:pt x="62746" y="73336"/>
                  </a:lnTo>
                  <a:lnTo>
                    <a:pt x="64334" y="71350"/>
                  </a:lnTo>
                  <a:lnTo>
                    <a:pt x="65923" y="69497"/>
                  </a:lnTo>
                  <a:lnTo>
                    <a:pt x="67776" y="67644"/>
                  </a:lnTo>
                  <a:lnTo>
                    <a:pt x="69497" y="65923"/>
                  </a:lnTo>
                  <a:lnTo>
                    <a:pt x="71483" y="64335"/>
                  </a:lnTo>
                  <a:lnTo>
                    <a:pt x="73468" y="62746"/>
                  </a:lnTo>
                  <a:lnTo>
                    <a:pt x="75454" y="61290"/>
                  </a:lnTo>
                  <a:lnTo>
                    <a:pt x="77572" y="59966"/>
                  </a:lnTo>
                  <a:lnTo>
                    <a:pt x="79822" y="58642"/>
                  </a:lnTo>
                  <a:lnTo>
                    <a:pt x="82073" y="57451"/>
                  </a:lnTo>
                  <a:lnTo>
                    <a:pt x="84323" y="56392"/>
                  </a:lnTo>
                  <a:lnTo>
                    <a:pt x="86706" y="55465"/>
                  </a:lnTo>
                  <a:lnTo>
                    <a:pt x="89221" y="54671"/>
                  </a:lnTo>
                  <a:lnTo>
                    <a:pt x="91604" y="54009"/>
                  </a:lnTo>
                  <a:lnTo>
                    <a:pt x="94251" y="53347"/>
                  </a:lnTo>
                  <a:lnTo>
                    <a:pt x="96766" y="52950"/>
                  </a:lnTo>
                  <a:lnTo>
                    <a:pt x="99414" y="52553"/>
                  </a:lnTo>
                  <a:lnTo>
                    <a:pt x="102061" y="52421"/>
                  </a:lnTo>
                  <a:lnTo>
                    <a:pt x="104709" y="52288"/>
                  </a:lnTo>
                  <a:lnTo>
                    <a:pt x="102061" y="52288"/>
                  </a:lnTo>
                  <a:lnTo>
                    <a:pt x="99414" y="52024"/>
                  </a:lnTo>
                  <a:lnTo>
                    <a:pt x="96766" y="51759"/>
                  </a:lnTo>
                  <a:lnTo>
                    <a:pt x="94251" y="51229"/>
                  </a:lnTo>
                  <a:lnTo>
                    <a:pt x="91604" y="50700"/>
                  </a:lnTo>
                  <a:lnTo>
                    <a:pt x="89221" y="50038"/>
                  </a:lnTo>
                  <a:lnTo>
                    <a:pt x="86706" y="49111"/>
                  </a:lnTo>
                  <a:lnTo>
                    <a:pt x="84323" y="48185"/>
                  </a:lnTo>
                  <a:lnTo>
                    <a:pt x="82073" y="47126"/>
                  </a:lnTo>
                  <a:lnTo>
                    <a:pt x="79822" y="46067"/>
                  </a:lnTo>
                  <a:lnTo>
                    <a:pt x="77572" y="44743"/>
                  </a:lnTo>
                  <a:lnTo>
                    <a:pt x="75454" y="43419"/>
                  </a:lnTo>
                  <a:lnTo>
                    <a:pt x="73468" y="41963"/>
                  </a:lnTo>
                  <a:lnTo>
                    <a:pt x="71483" y="40375"/>
                  </a:lnTo>
                  <a:lnTo>
                    <a:pt x="69497" y="38786"/>
                  </a:lnTo>
                  <a:lnTo>
                    <a:pt x="67776" y="36933"/>
                  </a:lnTo>
                  <a:lnTo>
                    <a:pt x="65923" y="35212"/>
                  </a:lnTo>
                  <a:lnTo>
                    <a:pt x="64334" y="33226"/>
                  </a:lnTo>
                  <a:lnTo>
                    <a:pt x="62746" y="31241"/>
                  </a:lnTo>
                  <a:lnTo>
                    <a:pt x="61290" y="29255"/>
                  </a:lnTo>
                  <a:lnTo>
                    <a:pt x="59966" y="27137"/>
                  </a:lnTo>
                  <a:lnTo>
                    <a:pt x="58642" y="24887"/>
                  </a:lnTo>
                  <a:lnTo>
                    <a:pt x="57583" y="22636"/>
                  </a:lnTo>
                  <a:lnTo>
                    <a:pt x="56524" y="20386"/>
                  </a:lnTo>
                  <a:lnTo>
                    <a:pt x="55598" y="18003"/>
                  </a:lnTo>
                  <a:lnTo>
                    <a:pt x="54671" y="15488"/>
                  </a:lnTo>
                  <a:lnTo>
                    <a:pt x="54009" y="12973"/>
                  </a:lnTo>
                  <a:lnTo>
                    <a:pt x="53480" y="10458"/>
                  </a:lnTo>
                  <a:lnTo>
                    <a:pt x="52950" y="7943"/>
                  </a:lnTo>
                  <a:lnTo>
                    <a:pt x="52685" y="5295"/>
                  </a:lnTo>
                  <a:lnTo>
                    <a:pt x="52421" y="2648"/>
                  </a:lnTo>
                  <a:lnTo>
                    <a:pt x="52421" y="0"/>
                  </a:lnTo>
                  <a:close/>
                </a:path>
              </a:pathLst>
            </a:custGeom>
            <a:solidFill>
              <a:srgbClr val="f9b7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3" name="Google Shape;2100;p112"/>
            <p:cNvSpPr/>
            <p:nvPr/>
          </p:nvSpPr>
          <p:spPr>
            <a:xfrm>
              <a:off x="5077080" y="798480"/>
              <a:ext cx="340920" cy="340200"/>
            </a:xfrm>
            <a:custGeom>
              <a:avLst/>
              <a:gdLst/>
              <a:ahLst/>
              <a:rect l="l" t="t" r="r" b="b"/>
              <a:pathLst>
                <a:path w="104842" h="104709">
                  <a:moveTo>
                    <a:pt x="52421" y="0"/>
                  </a:moveTo>
                  <a:lnTo>
                    <a:pt x="52421" y="2648"/>
                  </a:lnTo>
                  <a:lnTo>
                    <a:pt x="52157" y="5295"/>
                  </a:lnTo>
                  <a:lnTo>
                    <a:pt x="51892" y="7943"/>
                  </a:lnTo>
                  <a:lnTo>
                    <a:pt x="51362" y="10458"/>
                  </a:lnTo>
                  <a:lnTo>
                    <a:pt x="50833" y="12973"/>
                  </a:lnTo>
                  <a:lnTo>
                    <a:pt x="50039" y="15488"/>
                  </a:lnTo>
                  <a:lnTo>
                    <a:pt x="49244" y="18003"/>
                  </a:lnTo>
                  <a:lnTo>
                    <a:pt x="48318" y="20386"/>
                  </a:lnTo>
                  <a:lnTo>
                    <a:pt x="47259" y="22636"/>
                  </a:lnTo>
                  <a:lnTo>
                    <a:pt x="46067" y="24887"/>
                  </a:lnTo>
                  <a:lnTo>
                    <a:pt x="44876" y="27137"/>
                  </a:lnTo>
                  <a:lnTo>
                    <a:pt x="43552" y="29255"/>
                  </a:lnTo>
                  <a:lnTo>
                    <a:pt x="42096" y="31241"/>
                  </a:lnTo>
                  <a:lnTo>
                    <a:pt x="40508" y="33226"/>
                  </a:lnTo>
                  <a:lnTo>
                    <a:pt x="38787" y="35212"/>
                  </a:lnTo>
                  <a:lnTo>
                    <a:pt x="37066" y="36933"/>
                  </a:lnTo>
                  <a:lnTo>
                    <a:pt x="35345" y="38786"/>
                  </a:lnTo>
                  <a:lnTo>
                    <a:pt x="33359" y="40375"/>
                  </a:lnTo>
                  <a:lnTo>
                    <a:pt x="31374" y="41963"/>
                  </a:lnTo>
                  <a:lnTo>
                    <a:pt x="29388" y="43419"/>
                  </a:lnTo>
                  <a:lnTo>
                    <a:pt x="27270" y="44743"/>
                  </a:lnTo>
                  <a:lnTo>
                    <a:pt x="25020" y="46067"/>
                  </a:lnTo>
                  <a:lnTo>
                    <a:pt x="22769" y="47126"/>
                  </a:lnTo>
                  <a:lnTo>
                    <a:pt x="20387" y="48185"/>
                  </a:lnTo>
                  <a:lnTo>
                    <a:pt x="18004" y="49111"/>
                  </a:lnTo>
                  <a:lnTo>
                    <a:pt x="15621" y="50038"/>
                  </a:lnTo>
                  <a:lnTo>
                    <a:pt x="13106" y="50700"/>
                  </a:lnTo>
                  <a:lnTo>
                    <a:pt x="10591" y="51229"/>
                  </a:lnTo>
                  <a:lnTo>
                    <a:pt x="8076" y="51759"/>
                  </a:lnTo>
                  <a:lnTo>
                    <a:pt x="5428" y="52024"/>
                  </a:lnTo>
                  <a:lnTo>
                    <a:pt x="2781" y="52288"/>
                  </a:lnTo>
                  <a:lnTo>
                    <a:pt x="1" y="52288"/>
                  </a:lnTo>
                  <a:lnTo>
                    <a:pt x="2781" y="52421"/>
                  </a:lnTo>
                  <a:lnTo>
                    <a:pt x="5428" y="52553"/>
                  </a:lnTo>
                  <a:lnTo>
                    <a:pt x="8076" y="52950"/>
                  </a:lnTo>
                  <a:lnTo>
                    <a:pt x="10591" y="53347"/>
                  </a:lnTo>
                  <a:lnTo>
                    <a:pt x="13106" y="54009"/>
                  </a:lnTo>
                  <a:lnTo>
                    <a:pt x="15621" y="54671"/>
                  </a:lnTo>
                  <a:lnTo>
                    <a:pt x="18004" y="55465"/>
                  </a:lnTo>
                  <a:lnTo>
                    <a:pt x="20387" y="56392"/>
                  </a:lnTo>
                  <a:lnTo>
                    <a:pt x="22769" y="57451"/>
                  </a:lnTo>
                  <a:lnTo>
                    <a:pt x="25020" y="58642"/>
                  </a:lnTo>
                  <a:lnTo>
                    <a:pt x="27270" y="59966"/>
                  </a:lnTo>
                  <a:lnTo>
                    <a:pt x="29388" y="61290"/>
                  </a:lnTo>
                  <a:lnTo>
                    <a:pt x="31374" y="62746"/>
                  </a:lnTo>
                  <a:lnTo>
                    <a:pt x="33359" y="64335"/>
                  </a:lnTo>
                  <a:lnTo>
                    <a:pt x="35345" y="65923"/>
                  </a:lnTo>
                  <a:lnTo>
                    <a:pt x="37066" y="67644"/>
                  </a:lnTo>
                  <a:lnTo>
                    <a:pt x="38787" y="69497"/>
                  </a:lnTo>
                  <a:lnTo>
                    <a:pt x="40508" y="71350"/>
                  </a:lnTo>
                  <a:lnTo>
                    <a:pt x="42096" y="73336"/>
                  </a:lnTo>
                  <a:lnTo>
                    <a:pt x="43552" y="75454"/>
                  </a:lnTo>
                  <a:lnTo>
                    <a:pt x="44876" y="77572"/>
                  </a:lnTo>
                  <a:lnTo>
                    <a:pt x="46067" y="79822"/>
                  </a:lnTo>
                  <a:lnTo>
                    <a:pt x="47259" y="82073"/>
                  </a:lnTo>
                  <a:lnTo>
                    <a:pt x="48318" y="84323"/>
                  </a:lnTo>
                  <a:lnTo>
                    <a:pt x="49244" y="86706"/>
                  </a:lnTo>
                  <a:lnTo>
                    <a:pt x="50039" y="89089"/>
                  </a:lnTo>
                  <a:lnTo>
                    <a:pt x="50833" y="91604"/>
                  </a:lnTo>
                  <a:lnTo>
                    <a:pt x="51362" y="94119"/>
                  </a:lnTo>
                  <a:lnTo>
                    <a:pt x="51892" y="96766"/>
                  </a:lnTo>
                  <a:lnTo>
                    <a:pt x="52157" y="99414"/>
                  </a:lnTo>
                  <a:lnTo>
                    <a:pt x="52421" y="102062"/>
                  </a:lnTo>
                  <a:lnTo>
                    <a:pt x="52421" y="104709"/>
                  </a:lnTo>
                  <a:lnTo>
                    <a:pt x="52554" y="102062"/>
                  </a:lnTo>
                  <a:lnTo>
                    <a:pt x="52686" y="99414"/>
                  </a:lnTo>
                  <a:lnTo>
                    <a:pt x="53083" y="96766"/>
                  </a:lnTo>
                  <a:lnTo>
                    <a:pt x="53480" y="94119"/>
                  </a:lnTo>
                  <a:lnTo>
                    <a:pt x="54142" y="91604"/>
                  </a:lnTo>
                  <a:lnTo>
                    <a:pt x="54804" y="89089"/>
                  </a:lnTo>
                  <a:lnTo>
                    <a:pt x="55598" y="86706"/>
                  </a:lnTo>
                  <a:lnTo>
                    <a:pt x="56525" y="84323"/>
                  </a:lnTo>
                  <a:lnTo>
                    <a:pt x="57584" y="82073"/>
                  </a:lnTo>
                  <a:lnTo>
                    <a:pt x="58775" y="79822"/>
                  </a:lnTo>
                  <a:lnTo>
                    <a:pt x="60099" y="77572"/>
                  </a:lnTo>
                  <a:lnTo>
                    <a:pt x="61423" y="75454"/>
                  </a:lnTo>
                  <a:lnTo>
                    <a:pt x="62879" y="73336"/>
                  </a:lnTo>
                  <a:lnTo>
                    <a:pt x="64468" y="71350"/>
                  </a:lnTo>
                  <a:lnTo>
                    <a:pt x="66056" y="69497"/>
                  </a:lnTo>
                  <a:lnTo>
                    <a:pt x="67777" y="67644"/>
                  </a:lnTo>
                  <a:lnTo>
                    <a:pt x="69630" y="65923"/>
                  </a:lnTo>
                  <a:lnTo>
                    <a:pt x="71483" y="64335"/>
                  </a:lnTo>
                  <a:lnTo>
                    <a:pt x="73469" y="62746"/>
                  </a:lnTo>
                  <a:lnTo>
                    <a:pt x="75587" y="61290"/>
                  </a:lnTo>
                  <a:lnTo>
                    <a:pt x="77705" y="59966"/>
                  </a:lnTo>
                  <a:lnTo>
                    <a:pt x="79823" y="58642"/>
                  </a:lnTo>
                  <a:lnTo>
                    <a:pt x="82073" y="57451"/>
                  </a:lnTo>
                  <a:lnTo>
                    <a:pt x="84456" y="56392"/>
                  </a:lnTo>
                  <a:lnTo>
                    <a:pt x="86839" y="55465"/>
                  </a:lnTo>
                  <a:lnTo>
                    <a:pt x="89222" y="54671"/>
                  </a:lnTo>
                  <a:lnTo>
                    <a:pt x="91737" y="54009"/>
                  </a:lnTo>
                  <a:lnTo>
                    <a:pt x="94252" y="53347"/>
                  </a:lnTo>
                  <a:lnTo>
                    <a:pt x="96899" y="52950"/>
                  </a:lnTo>
                  <a:lnTo>
                    <a:pt x="99547" y="52553"/>
                  </a:lnTo>
                  <a:lnTo>
                    <a:pt x="102195" y="52421"/>
                  </a:lnTo>
                  <a:lnTo>
                    <a:pt x="104842" y="52288"/>
                  </a:lnTo>
                  <a:lnTo>
                    <a:pt x="102195" y="52288"/>
                  </a:lnTo>
                  <a:lnTo>
                    <a:pt x="99547" y="52024"/>
                  </a:lnTo>
                  <a:lnTo>
                    <a:pt x="96899" y="51759"/>
                  </a:lnTo>
                  <a:lnTo>
                    <a:pt x="94252" y="51229"/>
                  </a:lnTo>
                  <a:lnTo>
                    <a:pt x="91737" y="50700"/>
                  </a:lnTo>
                  <a:lnTo>
                    <a:pt x="89222" y="50038"/>
                  </a:lnTo>
                  <a:lnTo>
                    <a:pt x="86839" y="49111"/>
                  </a:lnTo>
                  <a:lnTo>
                    <a:pt x="84456" y="48185"/>
                  </a:lnTo>
                  <a:lnTo>
                    <a:pt x="82073" y="47126"/>
                  </a:lnTo>
                  <a:lnTo>
                    <a:pt x="79823" y="46067"/>
                  </a:lnTo>
                  <a:lnTo>
                    <a:pt x="77705" y="44743"/>
                  </a:lnTo>
                  <a:lnTo>
                    <a:pt x="75587" y="43419"/>
                  </a:lnTo>
                  <a:lnTo>
                    <a:pt x="73469" y="41963"/>
                  </a:lnTo>
                  <a:lnTo>
                    <a:pt x="71483" y="40375"/>
                  </a:lnTo>
                  <a:lnTo>
                    <a:pt x="69630" y="38786"/>
                  </a:lnTo>
                  <a:lnTo>
                    <a:pt x="67777" y="36933"/>
                  </a:lnTo>
                  <a:lnTo>
                    <a:pt x="66056" y="35212"/>
                  </a:lnTo>
                  <a:lnTo>
                    <a:pt x="64468" y="33226"/>
                  </a:lnTo>
                  <a:lnTo>
                    <a:pt x="62879" y="31241"/>
                  </a:lnTo>
                  <a:lnTo>
                    <a:pt x="61423" y="29255"/>
                  </a:lnTo>
                  <a:lnTo>
                    <a:pt x="60099" y="27137"/>
                  </a:lnTo>
                  <a:lnTo>
                    <a:pt x="58775" y="24887"/>
                  </a:lnTo>
                  <a:lnTo>
                    <a:pt x="57584" y="22636"/>
                  </a:lnTo>
                  <a:lnTo>
                    <a:pt x="56525" y="20386"/>
                  </a:lnTo>
                  <a:lnTo>
                    <a:pt x="55598" y="18003"/>
                  </a:lnTo>
                  <a:lnTo>
                    <a:pt x="54804" y="15488"/>
                  </a:lnTo>
                  <a:lnTo>
                    <a:pt x="54142" y="12973"/>
                  </a:lnTo>
                  <a:lnTo>
                    <a:pt x="53480" y="10458"/>
                  </a:lnTo>
                  <a:lnTo>
                    <a:pt x="53083" y="7943"/>
                  </a:lnTo>
                  <a:lnTo>
                    <a:pt x="52686" y="5295"/>
                  </a:lnTo>
                  <a:lnTo>
                    <a:pt x="52554" y="2648"/>
                  </a:lnTo>
                  <a:lnTo>
                    <a:pt x="52421" y="0"/>
                  </a:lnTo>
                  <a:close/>
                </a:path>
              </a:pathLst>
            </a:custGeom>
            <a:solidFill>
              <a:srgbClr val="f9b7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694" name="Google Shape;2101;p112" descr=""/>
          <p:cNvPicPr/>
          <p:nvPr/>
        </p:nvPicPr>
        <p:blipFill>
          <a:blip r:embed="rId1"/>
          <a:srcRect l="0" t="0" r="0" b="38227"/>
          <a:stretch/>
        </p:blipFill>
        <p:spPr>
          <a:xfrm>
            <a:off x="6800760" y="4056480"/>
            <a:ext cx="1885680" cy="62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2025-11-19T20:21:20Z</dcterms:modified>
  <cp:revision>1</cp:revision>
  <dc:subject/>
  <dc:title/>
</cp:coreProperties>
</file>